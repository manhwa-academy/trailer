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4" r:id="rId1"/>
  </p:sldMasterIdLst>
  <p:notesMasterIdLst>
    <p:notesMasterId r:id="rId35"/>
  </p:notesMasterIdLst>
  <p:sldIdLst>
    <p:sldId id="256" r:id="rId2"/>
    <p:sldId id="257" r:id="rId3"/>
    <p:sldId id="301" r:id="rId4"/>
    <p:sldId id="300" r:id="rId5"/>
    <p:sldId id="418" r:id="rId6"/>
    <p:sldId id="432" r:id="rId7"/>
    <p:sldId id="433" r:id="rId8"/>
    <p:sldId id="434" r:id="rId9"/>
    <p:sldId id="305" r:id="rId10"/>
    <p:sldId id="258" r:id="rId11"/>
    <p:sldId id="435" r:id="rId12"/>
    <p:sldId id="436" r:id="rId13"/>
    <p:sldId id="437" r:id="rId14"/>
    <p:sldId id="316" r:id="rId15"/>
    <p:sldId id="438" r:id="rId16"/>
    <p:sldId id="318" r:id="rId17"/>
    <p:sldId id="326" r:id="rId18"/>
    <p:sldId id="422" r:id="rId19"/>
    <p:sldId id="328" r:id="rId20"/>
    <p:sldId id="425" r:id="rId21"/>
    <p:sldId id="439" r:id="rId22"/>
    <p:sldId id="440" r:id="rId23"/>
    <p:sldId id="441" r:id="rId24"/>
    <p:sldId id="426" r:id="rId25"/>
    <p:sldId id="427" r:id="rId26"/>
    <p:sldId id="442" r:id="rId27"/>
    <p:sldId id="428" r:id="rId28"/>
    <p:sldId id="443" r:id="rId29"/>
    <p:sldId id="396" r:id="rId30"/>
    <p:sldId id="397" r:id="rId31"/>
    <p:sldId id="398" r:id="rId32"/>
    <p:sldId id="399" r:id="rId33"/>
    <p:sldId id="400" r:id="rId34"/>
  </p:sldIdLst>
  <p:sldSz cx="9144000" cy="5143500" type="screen16x9"/>
  <p:notesSz cx="6858000" cy="9144000"/>
  <p:embeddedFontLst>
    <p:embeddedFont>
      <p:font typeface="Bebas Neue" panose="020B0606020202050201" pitchFamily="34" charset="0"/>
      <p:regular r:id="rId36"/>
    </p:embeddedFont>
    <p:embeddedFont>
      <p:font typeface="Inter Tight Light" panose="020B0604020202020204" charset="0"/>
      <p:regular r:id="rId37"/>
      <p:italic r:id="rId38"/>
    </p:embeddedFont>
    <p:embeddedFont>
      <p:font typeface="Karla" pitchFamily="2" charset="0"/>
      <p:regular r:id="rId39"/>
      <p:bold r:id="rId40"/>
    </p:embeddedFont>
    <p:embeddedFont>
      <p:font typeface="Oswald" pitchFamily="2" charset="0"/>
      <p:regular r:id="rId41"/>
      <p:bold r:id="rId42"/>
    </p:embeddedFont>
    <p:embeddedFont>
      <p:font typeface="Oswald bold" pitchFamily="2" charset="0"/>
      <p:bold r:id="rId43"/>
    </p:embeddedFont>
    <p:embeddedFont>
      <p:font typeface="Oswald Light" pitchFamily="2" charset="0"/>
      <p:regular r:id="rId44"/>
    </p:embeddedFont>
    <p:embeddedFont>
      <p:font typeface="Rubik Black" panose="020B0604020202020204" charset="-79"/>
      <p:bold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Đinh Ngọc Ân" initials="ĐNÂ" lastIdx="1" clrIdx="0">
    <p:extLst>
      <p:ext uri="{19B8F6BF-5375-455C-9EA6-DF929625EA0E}">
        <p15:presenceInfo xmlns:p15="http://schemas.microsoft.com/office/powerpoint/2012/main" userId="b42f71a022683db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7E7"/>
    <a:srgbClr val="FCF6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3B0D71-4E64-4B7A-8608-AA9BDD947B3B}">
  <a:tblStyle styleId="{2F3B0D71-4E64-4B7A-8608-AA9BDD947B3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62E1A82-3AC4-4348-A35F-1EB8413DC66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07" autoAdjust="0"/>
    <p:restoredTop sz="96086" autoAdjust="0"/>
  </p:normalViewPr>
  <p:slideViewPr>
    <p:cSldViewPr snapToGrid="0">
      <p:cViewPr varScale="1">
        <p:scale>
          <a:sx n="88" d="100"/>
          <a:sy n="88" d="100"/>
        </p:scale>
        <p:origin x="82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4d2792e9d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4d2792e9d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0fb8bc67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0fb8bc67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1125d80b41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1125d80b41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9692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9902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D98506F3-2946-3999-BE1A-95661EDE98B6}"/>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C4DA7977-4449-F1A1-EC19-567D34AAB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2A5ED56D-8C07-FEB5-0954-4F3DC2038F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7147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7C138F50-F7AB-3E58-4F44-2073D611364A}"/>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A1346019-A850-09C8-24FC-73E879B962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D66C1F83-EAD9-A74D-EE5B-3AB64C778F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7946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F52AE9B1-EC47-FBBC-D5CE-962D6D439ED6}"/>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33A674EA-6F47-8AEF-DD26-3D563FA67E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AD279710-4CDC-EAC0-880C-5DED4512B8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055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DF6B6147-D923-6348-13A6-15E34C318C2F}"/>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DA5D0E0B-81B7-37B1-6CBB-074F6F09DA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0CFFD5AE-D5F5-C2FC-DA26-D20C423ED9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1840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055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1341DFE8-9D3B-A107-EAB1-E5FABD57449A}"/>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3DABE165-3FFB-049A-D12C-730216B0DF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E9251860-DEB1-A8D6-E319-0AB4E226AF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1493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A7A83FDE-F129-61C0-18A4-351B8E611F12}"/>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B04C8B9D-530B-1453-C070-14B4BC231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7305BBAC-EE7D-012A-8898-F0CE21793B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7123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1A52C7AD-E45E-1FF0-9A16-E3C0D7F4F214}"/>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4140204A-8328-348C-98CC-42A27912B0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29F17551-7063-DF18-3EFD-04A672A090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8351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2982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820A21C1-829A-9882-F317-9B4EEF07D911}"/>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409AC5ED-E452-4D73-C6E8-7140E37571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784CBAD0-1873-08C0-DF4E-DB67F0E9CD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a:effectLst/>
                <a:latin typeface="Times New Roman" panose="02020603050405020304" pitchFamily="18" charset="0"/>
                <a:ea typeface="Calibri" panose="020F0502020204030204" pitchFamily="34" charset="0"/>
              </a:rPr>
              <a:t>Hệ thống quản lý điện thoại theo mã IMEI có nhiều ưu điểm so với hệ thống quản lý điện thoại truyền thống không theo mã IMEI, bao gồm:</a:t>
            </a:r>
            <a:endParaRPr lang="en-US" sz="1800">
              <a:effectLst/>
              <a:latin typeface="Calibri" panose="020F0502020204030204" pitchFamily="34"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a:effectLst/>
              <a:latin typeface="Times New Roman" panose="02020603050405020304" pitchFamily="18"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a:effectLst/>
                <a:latin typeface="Times New Roman" panose="02020603050405020304" pitchFamily="18" charset="0"/>
                <a:ea typeface="Calibri" panose="020F0502020204030204" pitchFamily="34" charset="0"/>
              </a:rPr>
              <a:t>Tóm lại, hệ thống quản lý điện thoại theo mã IMEI có nhiều ưu điểm so với hệ thống quản lý điện thoại truyền thống không theo mã IMEI, đặc biệt là tính chính xác, tính bảo mật, tính hiệu quả.</a:t>
            </a:r>
            <a:endParaRPr lang="en-US" sz="1800">
              <a:effectLst/>
              <a:latin typeface="Calibri" panose="020F0502020204030204" pitchFamily="34" charset="0"/>
              <a:ea typeface="Calibri" panose="020F0502020204030204" pitchFamily="34" charset="0"/>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324324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a:effectLst/>
                <a:latin typeface="Times New Roman" panose="02020603050405020304" pitchFamily="18" charset="0"/>
                <a:ea typeface="Calibri" panose="020F0502020204030204" pitchFamily="34" charset="0"/>
              </a:rPr>
              <a:t>Hệ thống quản lý điện thoại theo mã IMEI có nhiều ưu điểm so với hệ thống quản lý điện thoại truyền thống không theo mã IMEI, bao gồm:</a:t>
            </a:r>
            <a:endParaRPr lang="en-US" sz="1800">
              <a:effectLst/>
              <a:latin typeface="Calibri" panose="020F0502020204030204" pitchFamily="34"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800">
              <a:effectLst/>
              <a:latin typeface="Times New Roman" panose="02020603050405020304" pitchFamily="18"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a:effectLst/>
                <a:latin typeface="Times New Roman" panose="02020603050405020304" pitchFamily="18" charset="0"/>
                <a:ea typeface="Calibri" panose="020F0502020204030204" pitchFamily="34" charset="0"/>
              </a:rPr>
              <a:t>Tóm lại, hệ thống quản lý điện thoại theo mã IMEI có nhiều ưu điểm so với hệ thống quản lý điện thoại truyền thống không theo mã IMEI, đặc biệt là tính chính xác, tính bảo mật, tính hiệu quả.</a:t>
            </a:r>
            <a:endParaRPr lang="en-US" sz="1800">
              <a:effectLst/>
              <a:latin typeface="Calibri" panose="020F0502020204030204" pitchFamily="34" charset="0"/>
              <a:ea typeface="Calibri" panose="020F0502020204030204" pitchFamily="34" charset="0"/>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666812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9029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2F9ED6C7-6333-56DA-F65D-CE40452523A4}"/>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49B82EBA-AE94-8886-743B-7D0EC0C813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BDD6674B-1166-4B77-F0F0-4BF8169DB4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598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3418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a:extLst>
            <a:ext uri="{FF2B5EF4-FFF2-40B4-BE49-F238E27FC236}">
              <a16:creationId xmlns:a16="http://schemas.microsoft.com/office/drawing/2014/main" id="{48628BBD-7A15-3B05-E22C-1E0B7C00819B}"/>
            </a:ext>
          </a:extLst>
        </p:cNvPr>
        <p:cNvGrpSpPr/>
        <p:nvPr/>
      </p:nvGrpSpPr>
      <p:grpSpPr>
        <a:xfrm>
          <a:off x="0" y="0"/>
          <a:ext cx="0" cy="0"/>
          <a:chOff x="0" y="0"/>
          <a:chExt cx="0" cy="0"/>
        </a:xfrm>
      </p:grpSpPr>
      <p:sp>
        <p:nvSpPr>
          <p:cNvPr id="980" name="Google Shape;980;g14e1613f9b3_0_0:notes">
            <a:extLst>
              <a:ext uri="{FF2B5EF4-FFF2-40B4-BE49-F238E27FC236}">
                <a16:creationId xmlns:a16="http://schemas.microsoft.com/office/drawing/2014/main" id="{EB9683E1-21E2-1786-150C-6514700C46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a:extLst>
              <a:ext uri="{FF2B5EF4-FFF2-40B4-BE49-F238E27FC236}">
                <a16:creationId xmlns:a16="http://schemas.microsoft.com/office/drawing/2014/main" id="{0A03FC40-243A-848E-6CE2-37AD9E6E30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6840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a:extLst>
            <a:ext uri="{FF2B5EF4-FFF2-40B4-BE49-F238E27FC236}">
              <a16:creationId xmlns:a16="http://schemas.microsoft.com/office/drawing/2014/main" id="{49CD76D5-1679-9D79-B924-CB6AEB6A435F}"/>
            </a:ext>
          </a:extLst>
        </p:cNvPr>
        <p:cNvGrpSpPr/>
        <p:nvPr/>
      </p:nvGrpSpPr>
      <p:grpSpPr>
        <a:xfrm>
          <a:off x="0" y="0"/>
          <a:ext cx="0" cy="0"/>
          <a:chOff x="0" y="0"/>
          <a:chExt cx="0" cy="0"/>
        </a:xfrm>
      </p:grpSpPr>
      <p:sp>
        <p:nvSpPr>
          <p:cNvPr id="980" name="Google Shape;980;g14e1613f9b3_0_0:notes">
            <a:extLst>
              <a:ext uri="{FF2B5EF4-FFF2-40B4-BE49-F238E27FC236}">
                <a16:creationId xmlns:a16="http://schemas.microsoft.com/office/drawing/2014/main" id="{91F4DD1A-04CB-C56E-9BE3-3E7627B5B2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a:extLst>
              <a:ext uri="{FF2B5EF4-FFF2-40B4-BE49-F238E27FC236}">
                <a16:creationId xmlns:a16="http://schemas.microsoft.com/office/drawing/2014/main" id="{9D118CF2-03B4-B6E7-9215-7528136B3C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8525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a:extLst>
            <a:ext uri="{FF2B5EF4-FFF2-40B4-BE49-F238E27FC236}">
              <a16:creationId xmlns:a16="http://schemas.microsoft.com/office/drawing/2014/main" id="{937EF12C-8E97-138D-E334-53940ADD3254}"/>
            </a:ext>
          </a:extLst>
        </p:cNvPr>
        <p:cNvGrpSpPr/>
        <p:nvPr/>
      </p:nvGrpSpPr>
      <p:grpSpPr>
        <a:xfrm>
          <a:off x="0" y="0"/>
          <a:ext cx="0" cy="0"/>
          <a:chOff x="0" y="0"/>
          <a:chExt cx="0" cy="0"/>
        </a:xfrm>
      </p:grpSpPr>
      <p:sp>
        <p:nvSpPr>
          <p:cNvPr id="980" name="Google Shape;980;g14e1613f9b3_0_0:notes">
            <a:extLst>
              <a:ext uri="{FF2B5EF4-FFF2-40B4-BE49-F238E27FC236}">
                <a16:creationId xmlns:a16="http://schemas.microsoft.com/office/drawing/2014/main" id="{38340E37-FC8C-78A3-466E-D4CCFF5D37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a:extLst>
              <a:ext uri="{FF2B5EF4-FFF2-40B4-BE49-F238E27FC236}">
                <a16:creationId xmlns:a16="http://schemas.microsoft.com/office/drawing/2014/main" id="{5D298021-4A79-2A77-9FF6-D20679AD1E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44299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a:extLst>
            <a:ext uri="{FF2B5EF4-FFF2-40B4-BE49-F238E27FC236}">
              <a16:creationId xmlns:a16="http://schemas.microsoft.com/office/drawing/2014/main" id="{E2E5162A-F747-91C4-1081-70C2FA293DED}"/>
            </a:ext>
          </a:extLst>
        </p:cNvPr>
        <p:cNvGrpSpPr/>
        <p:nvPr/>
      </p:nvGrpSpPr>
      <p:grpSpPr>
        <a:xfrm>
          <a:off x="0" y="0"/>
          <a:ext cx="0" cy="0"/>
          <a:chOff x="0" y="0"/>
          <a:chExt cx="0" cy="0"/>
        </a:xfrm>
      </p:grpSpPr>
      <p:sp>
        <p:nvSpPr>
          <p:cNvPr id="980" name="Google Shape;980;g14e1613f9b3_0_0:notes">
            <a:extLst>
              <a:ext uri="{FF2B5EF4-FFF2-40B4-BE49-F238E27FC236}">
                <a16:creationId xmlns:a16="http://schemas.microsoft.com/office/drawing/2014/main" id="{1BE8B054-360D-7B64-74C0-40F1746518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14e1613f9b3_0_0:notes">
            <a:extLst>
              <a:ext uri="{FF2B5EF4-FFF2-40B4-BE49-F238E27FC236}">
                <a16:creationId xmlns:a16="http://schemas.microsoft.com/office/drawing/2014/main" id="{5AF92559-3D45-CC5F-8CD0-E2E874DE77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0696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a:extLst>
            <a:ext uri="{FF2B5EF4-FFF2-40B4-BE49-F238E27FC236}">
              <a16:creationId xmlns:a16="http://schemas.microsoft.com/office/drawing/2014/main" id="{9933CD65-D12C-AF0D-6DCD-864036CDA09A}"/>
            </a:ext>
          </a:extLst>
        </p:cNvPr>
        <p:cNvGrpSpPr/>
        <p:nvPr/>
      </p:nvGrpSpPr>
      <p:grpSpPr>
        <a:xfrm>
          <a:off x="0" y="0"/>
          <a:ext cx="0" cy="0"/>
          <a:chOff x="0" y="0"/>
          <a:chExt cx="0" cy="0"/>
        </a:xfrm>
      </p:grpSpPr>
      <p:sp>
        <p:nvSpPr>
          <p:cNvPr id="512" name="Google Shape;512;g13376c31365_0_0:notes">
            <a:extLst>
              <a:ext uri="{FF2B5EF4-FFF2-40B4-BE49-F238E27FC236}">
                <a16:creationId xmlns:a16="http://schemas.microsoft.com/office/drawing/2014/main" id="{D7FC31C3-FD33-5AE9-E0DB-69093A8CA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a:extLst>
              <a:ext uri="{FF2B5EF4-FFF2-40B4-BE49-F238E27FC236}">
                <a16:creationId xmlns:a16="http://schemas.microsoft.com/office/drawing/2014/main" id="{CCC4662C-9347-460A-7F10-E0AEA21E9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8876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8079BABB-165A-E0C2-129E-2F3AFB7604F1}"/>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D7BA2DE4-54B0-67E6-C280-2DBD45B5A3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CA6E2F1B-6757-6600-7075-C47867D1FF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0409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9B264F49-405F-6BDF-64DD-E6F1FED68731}"/>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4F565EDB-0DF7-D1DA-E021-480A2864C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8AB580E6-6E1B-7CC0-0F90-85FB2D5B50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13921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76E1CD14-F93C-5A21-4511-DE46A14FE75E}"/>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41FCA4D5-8268-2B00-CED8-E467E46CFE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A08E4131-CD76-64AA-06F9-B78190C247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2533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4A7338D0-1C9E-0266-017B-A1B316585471}"/>
            </a:ext>
          </a:extLst>
        </p:cNvPr>
        <p:cNvGrpSpPr/>
        <p:nvPr/>
      </p:nvGrpSpPr>
      <p:grpSpPr>
        <a:xfrm>
          <a:off x="0" y="0"/>
          <a:ext cx="0" cy="0"/>
          <a:chOff x="0" y="0"/>
          <a:chExt cx="0" cy="0"/>
        </a:xfrm>
      </p:grpSpPr>
      <p:sp>
        <p:nvSpPr>
          <p:cNvPr id="476" name="Google Shape;476;g10fb8bc67f7_0_6:notes">
            <a:extLst>
              <a:ext uri="{FF2B5EF4-FFF2-40B4-BE49-F238E27FC236}">
                <a16:creationId xmlns:a16="http://schemas.microsoft.com/office/drawing/2014/main" id="{B472826A-DB75-5B5B-7BB2-8EE4526159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a:extLst>
              <a:ext uri="{FF2B5EF4-FFF2-40B4-BE49-F238E27FC236}">
                <a16:creationId xmlns:a16="http://schemas.microsoft.com/office/drawing/2014/main" id="{24D093D8-3666-2897-E075-28A3E2CC52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5819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71846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1108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14e1613f9b3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14e1613f9b3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05774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14e1613f9b3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14e1613f9b3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67179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1125d80b419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7" name="Google Shape;887;g1125d80b419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93219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 name="Google Shape;10;p2"/>
          <p:cNvGrpSpPr/>
          <p:nvPr/>
        </p:nvGrpSpPr>
        <p:grpSpPr>
          <a:xfrm>
            <a:off x="274200" y="274200"/>
            <a:ext cx="8687100" cy="4686600"/>
            <a:chOff x="274200" y="274200"/>
            <a:chExt cx="8687100" cy="4686600"/>
          </a:xfrm>
        </p:grpSpPr>
        <p:sp>
          <p:nvSpPr>
            <p:cNvPr id="11" name="Google Shape;11;p2"/>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274200" y="274200"/>
              <a:ext cx="8595900" cy="4595100"/>
              <a:chOff x="274200" y="274200"/>
              <a:chExt cx="8595900" cy="4595100"/>
            </a:xfrm>
          </p:grpSpPr>
          <p:grpSp>
            <p:nvGrpSpPr>
              <p:cNvPr id="13" name="Google Shape;13;p2"/>
              <p:cNvGrpSpPr/>
              <p:nvPr/>
            </p:nvGrpSpPr>
            <p:grpSpPr>
              <a:xfrm>
                <a:off x="274200" y="274200"/>
                <a:ext cx="8595900" cy="4595100"/>
                <a:chOff x="274200" y="274200"/>
                <a:chExt cx="8595900" cy="4595100"/>
              </a:xfrm>
            </p:grpSpPr>
            <p:sp>
              <p:nvSpPr>
                <p:cNvPr id="14" name="Google Shape;14;p2"/>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6" name="Google Shape;16;p2"/>
              <p:cNvGrpSpPr/>
              <p:nvPr/>
            </p:nvGrpSpPr>
            <p:grpSpPr>
              <a:xfrm>
                <a:off x="8595300" y="365550"/>
                <a:ext cx="183000" cy="183000"/>
                <a:chOff x="8225400" y="367488"/>
                <a:chExt cx="183000" cy="183000"/>
              </a:xfrm>
            </p:grpSpPr>
            <p:cxnSp>
              <p:nvCxnSpPr>
                <p:cNvPr id="17" name="Google Shape;17;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 name="Google Shape;19;p2"/>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2"/>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1" name="Google Shape;21;p2"/>
          <p:cNvGrpSpPr/>
          <p:nvPr/>
        </p:nvGrpSpPr>
        <p:grpSpPr>
          <a:xfrm>
            <a:off x="914400" y="535100"/>
            <a:ext cx="7406700" cy="4164575"/>
            <a:chOff x="914400" y="535100"/>
            <a:chExt cx="7406700" cy="4164575"/>
          </a:xfrm>
        </p:grpSpPr>
        <p:sp>
          <p:nvSpPr>
            <p:cNvPr id="22" name="Google Shape;22;p2"/>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2"/>
            <p:cNvGrpSpPr/>
            <p:nvPr/>
          </p:nvGrpSpPr>
          <p:grpSpPr>
            <a:xfrm>
              <a:off x="914400" y="535100"/>
              <a:ext cx="7315200" cy="4073400"/>
              <a:chOff x="914400" y="535100"/>
              <a:chExt cx="7315200" cy="4073400"/>
            </a:xfrm>
          </p:grpSpPr>
          <p:sp>
            <p:nvSpPr>
              <p:cNvPr id="24" name="Google Shape;24;p2"/>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7955100" y="626350"/>
                <a:ext cx="183000" cy="183000"/>
                <a:chOff x="8225400" y="367488"/>
                <a:chExt cx="183000" cy="183000"/>
              </a:xfrm>
            </p:grpSpPr>
            <p:cxnSp>
              <p:nvCxnSpPr>
                <p:cNvPr id="26" name="Google Shape;26;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7" name="Google Shape;27;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 name="Google Shape;28;p2"/>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2"/>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0" name="Google Shape;30;p2"/>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1" name="Google Shape;31;p2"/>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32" name="Google Shape;32;p2"/>
          <p:cNvSpPr txBox="1">
            <a:spLocks noGrp="1"/>
          </p:cNvSpPr>
          <p:nvPr>
            <p:ph type="subTitle" idx="1"/>
          </p:nvPr>
        </p:nvSpPr>
        <p:spPr>
          <a:xfrm>
            <a:off x="182880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pic>
        <p:nvPicPr>
          <p:cNvPr id="34" name="Google Shape;34;p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5" name="Google Shape;35;p3"/>
          <p:cNvGrpSpPr/>
          <p:nvPr/>
        </p:nvGrpSpPr>
        <p:grpSpPr>
          <a:xfrm>
            <a:off x="1371300" y="742950"/>
            <a:ext cx="6492300" cy="3749100"/>
            <a:chOff x="1371300" y="742950"/>
            <a:chExt cx="6492300" cy="3749100"/>
          </a:xfrm>
        </p:grpSpPr>
        <p:sp>
          <p:nvSpPr>
            <p:cNvPr id="36" name="Google Shape;36;p3"/>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3"/>
            <p:cNvGrpSpPr/>
            <p:nvPr/>
          </p:nvGrpSpPr>
          <p:grpSpPr>
            <a:xfrm>
              <a:off x="1371300" y="742950"/>
              <a:ext cx="6401400" cy="3657600"/>
              <a:chOff x="1371300" y="742950"/>
              <a:chExt cx="6401400" cy="3657600"/>
            </a:xfrm>
          </p:grpSpPr>
          <p:sp>
            <p:nvSpPr>
              <p:cNvPr id="38" name="Google Shape;38;p3"/>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3"/>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40" name="Google Shape;40;p3"/>
              <p:cNvGrpSpPr/>
              <p:nvPr/>
            </p:nvGrpSpPr>
            <p:grpSpPr>
              <a:xfrm>
                <a:off x="7498200" y="834288"/>
                <a:ext cx="183000" cy="183000"/>
                <a:chOff x="8225400" y="367488"/>
                <a:chExt cx="183000" cy="183000"/>
              </a:xfrm>
            </p:grpSpPr>
            <p:cxnSp>
              <p:nvCxnSpPr>
                <p:cNvPr id="41" name="Google Shape;41;p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42" name="Google Shape;42;p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43" name="Google Shape;43;p3"/>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3"/>
              <p:cNvCxnSpPr/>
              <p:nvPr/>
            </p:nvCxnSpPr>
            <p:spPr>
              <a:xfrm>
                <a:off x="6827699" y="1017288"/>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45" name="Google Shape;45;p3"/>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46" name="Google Shape;46;p3"/>
          <p:cNvSpPr txBox="1">
            <a:spLocks noGrp="1"/>
          </p:cNvSpPr>
          <p:nvPr>
            <p:ph type="title" idx="2" hasCustomPrompt="1"/>
          </p:nvPr>
        </p:nvSpPr>
        <p:spPr>
          <a:xfrm>
            <a:off x="947550" y="679350"/>
            <a:ext cx="1368300" cy="137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7" name="Google Shape;47;p3"/>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8"/>
        <p:cNvGrpSpPr/>
        <p:nvPr/>
      </p:nvGrpSpPr>
      <p:grpSpPr>
        <a:xfrm>
          <a:off x="0" y="0"/>
          <a:ext cx="0" cy="0"/>
          <a:chOff x="0" y="0"/>
          <a:chExt cx="0" cy="0"/>
        </a:xfrm>
      </p:grpSpPr>
      <p:pic>
        <p:nvPicPr>
          <p:cNvPr id="49" name="Google Shape;49;p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50" name="Google Shape;50;p4"/>
          <p:cNvGrpSpPr/>
          <p:nvPr/>
        </p:nvGrpSpPr>
        <p:grpSpPr>
          <a:xfrm>
            <a:off x="274200" y="274200"/>
            <a:ext cx="8687100" cy="4686600"/>
            <a:chOff x="274200" y="274200"/>
            <a:chExt cx="8687100" cy="4686600"/>
          </a:xfrm>
        </p:grpSpPr>
        <p:sp>
          <p:nvSpPr>
            <p:cNvPr id="51" name="Google Shape;51;p4"/>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 name="Google Shape;52;p4"/>
            <p:cNvGrpSpPr/>
            <p:nvPr/>
          </p:nvGrpSpPr>
          <p:grpSpPr>
            <a:xfrm>
              <a:off x="274200" y="274200"/>
              <a:ext cx="8595900" cy="4595100"/>
              <a:chOff x="274200" y="274200"/>
              <a:chExt cx="8595900" cy="4595100"/>
            </a:xfrm>
          </p:grpSpPr>
          <p:grpSp>
            <p:nvGrpSpPr>
              <p:cNvPr id="53" name="Google Shape;53;p4"/>
              <p:cNvGrpSpPr/>
              <p:nvPr/>
            </p:nvGrpSpPr>
            <p:grpSpPr>
              <a:xfrm>
                <a:off x="274200" y="274200"/>
                <a:ext cx="8595900" cy="4595100"/>
                <a:chOff x="274200" y="274200"/>
                <a:chExt cx="8595900" cy="4595100"/>
              </a:xfrm>
            </p:grpSpPr>
            <p:sp>
              <p:nvSpPr>
                <p:cNvPr id="54" name="Google Shape;54;p4"/>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 name="Google Shape;55;p4"/>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56" name="Google Shape;56;p4"/>
              <p:cNvGrpSpPr/>
              <p:nvPr/>
            </p:nvGrpSpPr>
            <p:grpSpPr>
              <a:xfrm>
                <a:off x="8595300" y="365550"/>
                <a:ext cx="183000" cy="183000"/>
                <a:chOff x="8225400" y="367488"/>
                <a:chExt cx="183000" cy="183000"/>
              </a:xfrm>
            </p:grpSpPr>
            <p:cxnSp>
              <p:nvCxnSpPr>
                <p:cNvPr id="57" name="Google Shape;57;p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9" name="Google Shape;59;p4"/>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4"/>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61" name="Google Shape;61;p4"/>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a:endParaRPr/>
          </a:p>
        </p:txBody>
      </p:sp>
      <p:sp>
        <p:nvSpPr>
          <p:cNvPr id="62" name="Google Shape;62;p4"/>
          <p:cNvSpPr txBox="1">
            <a:spLocks noGrp="1"/>
          </p:cNvSpPr>
          <p:nvPr>
            <p:ph type="body" idx="1"/>
          </p:nvPr>
        </p:nvSpPr>
        <p:spPr>
          <a:xfrm>
            <a:off x="715100" y="1417200"/>
            <a:ext cx="7713900" cy="3657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10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pic>
        <p:nvPicPr>
          <p:cNvPr id="82" name="Google Shape;82;p6"/>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83" name="Google Shape;83;p6"/>
          <p:cNvGrpSpPr/>
          <p:nvPr/>
        </p:nvGrpSpPr>
        <p:grpSpPr>
          <a:xfrm>
            <a:off x="274200" y="274200"/>
            <a:ext cx="8687100" cy="4686600"/>
            <a:chOff x="274200" y="274200"/>
            <a:chExt cx="8687100" cy="4686600"/>
          </a:xfrm>
        </p:grpSpPr>
        <p:sp>
          <p:nvSpPr>
            <p:cNvPr id="84" name="Google Shape;84;p6"/>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6"/>
            <p:cNvGrpSpPr/>
            <p:nvPr/>
          </p:nvGrpSpPr>
          <p:grpSpPr>
            <a:xfrm>
              <a:off x="274200" y="274200"/>
              <a:ext cx="8595900" cy="4595100"/>
              <a:chOff x="274200" y="274200"/>
              <a:chExt cx="8595900" cy="4595100"/>
            </a:xfrm>
          </p:grpSpPr>
          <p:grpSp>
            <p:nvGrpSpPr>
              <p:cNvPr id="86" name="Google Shape;86;p6"/>
              <p:cNvGrpSpPr/>
              <p:nvPr/>
            </p:nvGrpSpPr>
            <p:grpSpPr>
              <a:xfrm>
                <a:off x="274200" y="274200"/>
                <a:ext cx="8595900" cy="4595100"/>
                <a:chOff x="274200" y="274200"/>
                <a:chExt cx="8595900" cy="4595100"/>
              </a:xfrm>
            </p:grpSpPr>
            <p:sp>
              <p:nvSpPr>
                <p:cNvPr id="87" name="Google Shape;87;p6"/>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6"/>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89" name="Google Shape;89;p6"/>
              <p:cNvGrpSpPr/>
              <p:nvPr/>
            </p:nvGrpSpPr>
            <p:grpSpPr>
              <a:xfrm>
                <a:off x="8595300" y="365550"/>
                <a:ext cx="183000" cy="183000"/>
                <a:chOff x="8225400" y="367488"/>
                <a:chExt cx="183000" cy="183000"/>
              </a:xfrm>
            </p:grpSpPr>
            <p:cxnSp>
              <p:nvCxnSpPr>
                <p:cNvPr id="90" name="Google Shape;90;p6"/>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91" name="Google Shape;91;p6"/>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92" name="Google Shape;92;p6"/>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3" name="Google Shape;93;p6"/>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94" name="Google Shape;94;p6"/>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9"/>
        <p:cNvGrpSpPr/>
        <p:nvPr/>
      </p:nvGrpSpPr>
      <p:grpSpPr>
        <a:xfrm>
          <a:off x="0" y="0"/>
          <a:ext cx="0" cy="0"/>
          <a:chOff x="0" y="0"/>
          <a:chExt cx="0" cy="0"/>
        </a:xfrm>
      </p:grpSpPr>
      <p:pic>
        <p:nvPicPr>
          <p:cNvPr id="120" name="Google Shape;120;p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21" name="Google Shape;121;p8"/>
          <p:cNvGrpSpPr/>
          <p:nvPr/>
        </p:nvGrpSpPr>
        <p:grpSpPr>
          <a:xfrm>
            <a:off x="2028115" y="535000"/>
            <a:ext cx="6492300" cy="3749100"/>
            <a:chOff x="1371300" y="742950"/>
            <a:chExt cx="6492300" cy="3749100"/>
          </a:xfrm>
        </p:grpSpPr>
        <p:sp>
          <p:nvSpPr>
            <p:cNvPr id="122" name="Google Shape;122;p8"/>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8"/>
            <p:cNvGrpSpPr/>
            <p:nvPr/>
          </p:nvGrpSpPr>
          <p:grpSpPr>
            <a:xfrm>
              <a:off x="1371300" y="742950"/>
              <a:ext cx="6401400" cy="3657600"/>
              <a:chOff x="1371300" y="742950"/>
              <a:chExt cx="6401400" cy="3657600"/>
            </a:xfrm>
          </p:grpSpPr>
          <p:sp>
            <p:nvSpPr>
              <p:cNvPr id="124" name="Google Shape;124;p8"/>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5" name="Google Shape;125;p8"/>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26" name="Google Shape;126;p8"/>
              <p:cNvGrpSpPr/>
              <p:nvPr/>
            </p:nvGrpSpPr>
            <p:grpSpPr>
              <a:xfrm>
                <a:off x="7498200" y="834288"/>
                <a:ext cx="183000" cy="183000"/>
                <a:chOff x="8225400" y="367488"/>
                <a:chExt cx="183000" cy="183000"/>
              </a:xfrm>
            </p:grpSpPr>
            <p:cxnSp>
              <p:nvCxnSpPr>
                <p:cNvPr id="127" name="Google Shape;127;p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28" name="Google Shape;128;p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29" name="Google Shape;129;p8"/>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0" name="Google Shape;130;p8"/>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31" name="Google Shape;131;p8"/>
          <p:cNvGrpSpPr/>
          <p:nvPr/>
        </p:nvGrpSpPr>
        <p:grpSpPr>
          <a:xfrm>
            <a:off x="1371300" y="742950"/>
            <a:ext cx="6492300" cy="3749100"/>
            <a:chOff x="1371300" y="742950"/>
            <a:chExt cx="6492300" cy="3749100"/>
          </a:xfrm>
        </p:grpSpPr>
        <p:sp>
          <p:nvSpPr>
            <p:cNvPr id="132" name="Google Shape;132;p8"/>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8"/>
            <p:cNvGrpSpPr/>
            <p:nvPr/>
          </p:nvGrpSpPr>
          <p:grpSpPr>
            <a:xfrm>
              <a:off x="1371300" y="742950"/>
              <a:ext cx="6401400" cy="3657600"/>
              <a:chOff x="1371300" y="742950"/>
              <a:chExt cx="6401400" cy="3657600"/>
            </a:xfrm>
          </p:grpSpPr>
          <p:sp>
            <p:nvSpPr>
              <p:cNvPr id="134" name="Google Shape;134;p8"/>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5" name="Google Shape;135;p8"/>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36" name="Google Shape;136;p8"/>
              <p:cNvGrpSpPr/>
              <p:nvPr/>
            </p:nvGrpSpPr>
            <p:grpSpPr>
              <a:xfrm>
                <a:off x="7498200" y="834288"/>
                <a:ext cx="183000" cy="183000"/>
                <a:chOff x="8225400" y="367488"/>
                <a:chExt cx="183000" cy="183000"/>
              </a:xfrm>
            </p:grpSpPr>
            <p:cxnSp>
              <p:nvCxnSpPr>
                <p:cNvPr id="137" name="Google Shape;137;p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38" name="Google Shape;138;p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39" name="Google Shape;139;p8"/>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0" name="Google Shape;140;p8"/>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41" name="Google Shape;141;p8"/>
          <p:cNvSpPr txBox="1">
            <a:spLocks noGrp="1"/>
          </p:cNvSpPr>
          <p:nvPr>
            <p:ph type="title"/>
          </p:nvPr>
        </p:nvSpPr>
        <p:spPr>
          <a:xfrm>
            <a:off x="1828800" y="1307100"/>
            <a:ext cx="5486400" cy="27432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6"/>
        <p:cNvGrpSpPr/>
        <p:nvPr/>
      </p:nvGrpSpPr>
      <p:grpSpPr>
        <a:xfrm>
          <a:off x="0" y="0"/>
          <a:ext cx="0" cy="0"/>
          <a:chOff x="0" y="0"/>
          <a:chExt cx="0" cy="0"/>
        </a:xfrm>
      </p:grpSpPr>
      <p:sp>
        <p:nvSpPr>
          <p:cNvPr id="167" name="Google Shape;167;p10"/>
          <p:cNvSpPr txBox="1">
            <a:spLocks noGrp="1"/>
          </p:cNvSpPr>
          <p:nvPr>
            <p:ph type="title"/>
          </p:nvPr>
        </p:nvSpPr>
        <p:spPr>
          <a:xfrm>
            <a:off x="715100" y="3968300"/>
            <a:ext cx="7713900" cy="640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sz="24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8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83"/>
        <p:cNvGrpSpPr/>
        <p:nvPr/>
      </p:nvGrpSpPr>
      <p:grpSpPr>
        <a:xfrm>
          <a:off x="0" y="0"/>
          <a:ext cx="0" cy="0"/>
          <a:chOff x="0" y="0"/>
          <a:chExt cx="0" cy="0"/>
        </a:xfrm>
      </p:grpSpPr>
      <p:pic>
        <p:nvPicPr>
          <p:cNvPr id="184" name="Google Shape;184;p1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85" name="Google Shape;185;p13"/>
          <p:cNvGrpSpPr/>
          <p:nvPr/>
        </p:nvGrpSpPr>
        <p:grpSpPr>
          <a:xfrm>
            <a:off x="274200" y="274200"/>
            <a:ext cx="8687100" cy="4686600"/>
            <a:chOff x="274200" y="274200"/>
            <a:chExt cx="8687100" cy="4686600"/>
          </a:xfrm>
        </p:grpSpPr>
        <p:sp>
          <p:nvSpPr>
            <p:cNvPr id="186" name="Google Shape;186;p13"/>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13"/>
            <p:cNvGrpSpPr/>
            <p:nvPr/>
          </p:nvGrpSpPr>
          <p:grpSpPr>
            <a:xfrm>
              <a:off x="274200" y="274200"/>
              <a:ext cx="8595900" cy="4595100"/>
              <a:chOff x="274200" y="274200"/>
              <a:chExt cx="8595900" cy="4595100"/>
            </a:xfrm>
          </p:grpSpPr>
          <p:grpSp>
            <p:nvGrpSpPr>
              <p:cNvPr id="188" name="Google Shape;188;p13"/>
              <p:cNvGrpSpPr/>
              <p:nvPr/>
            </p:nvGrpSpPr>
            <p:grpSpPr>
              <a:xfrm>
                <a:off x="274200" y="274200"/>
                <a:ext cx="8595900" cy="4595100"/>
                <a:chOff x="274200" y="274200"/>
                <a:chExt cx="8595900" cy="4595100"/>
              </a:xfrm>
            </p:grpSpPr>
            <p:sp>
              <p:nvSpPr>
                <p:cNvPr id="189" name="Google Shape;189;p13"/>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0" name="Google Shape;190;p13"/>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91" name="Google Shape;191;p13"/>
              <p:cNvGrpSpPr/>
              <p:nvPr/>
            </p:nvGrpSpPr>
            <p:grpSpPr>
              <a:xfrm>
                <a:off x="8595300" y="365550"/>
                <a:ext cx="183000" cy="183000"/>
                <a:chOff x="8225400" y="367488"/>
                <a:chExt cx="183000" cy="183000"/>
              </a:xfrm>
            </p:grpSpPr>
            <p:cxnSp>
              <p:nvCxnSpPr>
                <p:cNvPr id="192" name="Google Shape;192;p1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93" name="Google Shape;193;p1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4" name="Google Shape;194;p13"/>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5" name="Google Shape;195;p13"/>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96" name="Google Shape;196;p13"/>
          <p:cNvSpPr txBox="1">
            <a:spLocks noGrp="1"/>
          </p:cNvSpPr>
          <p:nvPr>
            <p:ph type="subTitle" idx="1"/>
          </p:nvPr>
        </p:nvSpPr>
        <p:spPr>
          <a:xfrm>
            <a:off x="1957976" y="180287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7" name="Google Shape;197;p13"/>
          <p:cNvSpPr txBox="1">
            <a:spLocks noGrp="1"/>
          </p:cNvSpPr>
          <p:nvPr>
            <p:ph type="subTitle" idx="2"/>
          </p:nvPr>
        </p:nvSpPr>
        <p:spPr>
          <a:xfrm>
            <a:off x="1957956" y="33991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8" name="Google Shape;198;p13"/>
          <p:cNvSpPr txBox="1">
            <a:spLocks noGrp="1"/>
          </p:cNvSpPr>
          <p:nvPr>
            <p:ph type="subTitle" idx="3"/>
          </p:nvPr>
        </p:nvSpPr>
        <p:spPr>
          <a:xfrm>
            <a:off x="5997466" y="1803588"/>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9" name="Google Shape;199;p13"/>
          <p:cNvSpPr txBox="1">
            <a:spLocks noGrp="1"/>
          </p:cNvSpPr>
          <p:nvPr>
            <p:ph type="subTitle" idx="4"/>
          </p:nvPr>
        </p:nvSpPr>
        <p:spPr>
          <a:xfrm>
            <a:off x="6043506" y="3399143"/>
            <a:ext cx="22860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0" name="Google Shape;200;p13"/>
          <p:cNvSpPr txBox="1">
            <a:spLocks noGrp="1"/>
          </p:cNvSpPr>
          <p:nvPr>
            <p:ph type="title" hasCustomPrompt="1"/>
          </p:nvPr>
        </p:nvSpPr>
        <p:spPr>
          <a:xfrm>
            <a:off x="769317" y="1802875"/>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a:spLocks noGrp="1"/>
          </p:cNvSpPr>
          <p:nvPr>
            <p:ph type="subTitle" idx="5"/>
          </p:nvPr>
        </p:nvSpPr>
        <p:spPr>
          <a:xfrm>
            <a:off x="1957976" y="2261521"/>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2" name="Google Shape;202;p13"/>
          <p:cNvSpPr txBox="1">
            <a:spLocks noGrp="1"/>
          </p:cNvSpPr>
          <p:nvPr>
            <p:ph type="title" idx="6" hasCustomPrompt="1"/>
          </p:nvPr>
        </p:nvSpPr>
        <p:spPr>
          <a:xfrm>
            <a:off x="4808859" y="180360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a:spLocks noGrp="1"/>
          </p:cNvSpPr>
          <p:nvPr>
            <p:ph type="subTitle" idx="7"/>
          </p:nvPr>
        </p:nvSpPr>
        <p:spPr>
          <a:xfrm>
            <a:off x="5997466" y="2260800"/>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4" name="Google Shape;204;p13"/>
          <p:cNvSpPr txBox="1">
            <a:spLocks noGrp="1"/>
          </p:cNvSpPr>
          <p:nvPr>
            <p:ph type="title" idx="8" hasCustomPrompt="1"/>
          </p:nvPr>
        </p:nvSpPr>
        <p:spPr>
          <a:xfrm>
            <a:off x="769347" y="339915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a:spLocks noGrp="1"/>
          </p:cNvSpPr>
          <p:nvPr>
            <p:ph type="subTitle" idx="9"/>
          </p:nvPr>
        </p:nvSpPr>
        <p:spPr>
          <a:xfrm>
            <a:off x="1957956" y="3856343"/>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title" idx="13" hasCustomPrompt="1"/>
          </p:nvPr>
        </p:nvSpPr>
        <p:spPr>
          <a:xfrm>
            <a:off x="4854897" y="3399143"/>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7" name="Google Shape;207;p13"/>
          <p:cNvSpPr txBox="1">
            <a:spLocks noGrp="1"/>
          </p:cNvSpPr>
          <p:nvPr>
            <p:ph type="subTitle" idx="14"/>
          </p:nvPr>
        </p:nvSpPr>
        <p:spPr>
          <a:xfrm>
            <a:off x="6043506" y="3856343"/>
            <a:ext cx="22860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TITLE_AND_TWO_COLUMNS_1">
    <p:spTree>
      <p:nvGrpSpPr>
        <p:cNvPr id="1" name="Shape 261"/>
        <p:cNvGrpSpPr/>
        <p:nvPr/>
      </p:nvGrpSpPr>
      <p:grpSpPr>
        <a:xfrm>
          <a:off x="0" y="0"/>
          <a:ext cx="0" cy="0"/>
          <a:chOff x="0" y="0"/>
          <a:chExt cx="0" cy="0"/>
        </a:xfrm>
      </p:grpSpPr>
      <p:pic>
        <p:nvPicPr>
          <p:cNvPr id="262" name="Google Shape;262;p17"/>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63" name="Google Shape;263;p17"/>
          <p:cNvGrpSpPr/>
          <p:nvPr/>
        </p:nvGrpSpPr>
        <p:grpSpPr>
          <a:xfrm>
            <a:off x="274200" y="274200"/>
            <a:ext cx="8687100" cy="4686600"/>
            <a:chOff x="274200" y="274200"/>
            <a:chExt cx="8687100" cy="4686600"/>
          </a:xfrm>
        </p:grpSpPr>
        <p:sp>
          <p:nvSpPr>
            <p:cNvPr id="264" name="Google Shape;264;p17"/>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5" name="Google Shape;265;p17"/>
            <p:cNvGrpSpPr/>
            <p:nvPr/>
          </p:nvGrpSpPr>
          <p:grpSpPr>
            <a:xfrm>
              <a:off x="274200" y="274200"/>
              <a:ext cx="8595900" cy="4595100"/>
              <a:chOff x="274200" y="274200"/>
              <a:chExt cx="8595900" cy="4595100"/>
            </a:xfrm>
          </p:grpSpPr>
          <p:grpSp>
            <p:nvGrpSpPr>
              <p:cNvPr id="266" name="Google Shape;266;p17"/>
              <p:cNvGrpSpPr/>
              <p:nvPr/>
            </p:nvGrpSpPr>
            <p:grpSpPr>
              <a:xfrm>
                <a:off x="274200" y="274200"/>
                <a:ext cx="8595900" cy="4595100"/>
                <a:chOff x="274200" y="274200"/>
                <a:chExt cx="8595900" cy="4595100"/>
              </a:xfrm>
            </p:grpSpPr>
            <p:sp>
              <p:nvSpPr>
                <p:cNvPr id="267" name="Google Shape;267;p17"/>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8" name="Google Shape;268;p17"/>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269" name="Google Shape;269;p17"/>
              <p:cNvGrpSpPr/>
              <p:nvPr/>
            </p:nvGrpSpPr>
            <p:grpSpPr>
              <a:xfrm>
                <a:off x="8595300" y="365550"/>
                <a:ext cx="183000" cy="183000"/>
                <a:chOff x="8225400" y="367488"/>
                <a:chExt cx="183000" cy="183000"/>
              </a:xfrm>
            </p:grpSpPr>
            <p:cxnSp>
              <p:nvCxnSpPr>
                <p:cNvPr id="270" name="Google Shape;270;p17"/>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71" name="Google Shape;271;p17"/>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72" name="Google Shape;272;p17"/>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17"/>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74" name="Google Shape;274;p17"/>
          <p:cNvSpPr txBox="1">
            <a:spLocks noGrp="1"/>
          </p:cNvSpPr>
          <p:nvPr>
            <p:ph type="subTitle" idx="1"/>
          </p:nvPr>
        </p:nvSpPr>
        <p:spPr>
          <a:xfrm>
            <a:off x="714325" y="2754900"/>
            <a:ext cx="36747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7"/>
          <p:cNvSpPr txBox="1">
            <a:spLocks noGrp="1"/>
          </p:cNvSpPr>
          <p:nvPr>
            <p:ph type="title"/>
          </p:nvPr>
        </p:nvSpPr>
        <p:spPr>
          <a:xfrm>
            <a:off x="714325" y="731400"/>
            <a:ext cx="3674700" cy="1840500"/>
          </a:xfrm>
          <a:prstGeom prst="rect">
            <a:avLst/>
          </a:prstGeom>
        </p:spPr>
        <p:txBody>
          <a:bodyPr spcFirstLastPara="1" wrap="square" lIns="91425" tIns="91425" rIns="91425" bIns="91425" anchor="t" anchorCtr="0">
            <a:noAutofit/>
          </a:bodyPr>
          <a:lstStyle>
            <a:lvl1pPr marR="91440"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6" name="Google Shape;276;p17"/>
          <p:cNvSpPr>
            <a:spLocks noGrp="1"/>
          </p:cNvSpPr>
          <p:nvPr>
            <p:ph type="pic" idx="2"/>
          </p:nvPr>
        </p:nvSpPr>
        <p:spPr>
          <a:xfrm>
            <a:off x="4769625" y="1271375"/>
            <a:ext cx="3644400" cy="32178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99"/>
        <p:cNvGrpSpPr/>
        <p:nvPr/>
      </p:nvGrpSpPr>
      <p:grpSpPr>
        <a:xfrm>
          <a:off x="0" y="0"/>
          <a:ext cx="0" cy="0"/>
          <a:chOff x="0" y="0"/>
          <a:chExt cx="0" cy="0"/>
        </a:xfrm>
      </p:grpSpPr>
      <p:pic>
        <p:nvPicPr>
          <p:cNvPr id="400" name="Google Shape;400;p24"/>
          <p:cNvPicPr preferRelativeResize="0"/>
          <p:nvPr/>
        </p:nvPicPr>
        <p:blipFill>
          <a:blip r:embed="rId2">
            <a:alphaModFix amt="20000"/>
          </a:blip>
          <a:stretch>
            <a:fillRect/>
          </a:stretch>
        </p:blipFill>
        <p:spPr>
          <a:xfrm>
            <a:off x="-91387" y="1031845"/>
            <a:ext cx="9326879" cy="416911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ubik Black"/>
              <a:buNone/>
              <a:defRPr sz="3500">
                <a:solidFill>
                  <a:schemeClr val="dk1"/>
                </a:solidFill>
                <a:latin typeface="Rubik Black"/>
                <a:ea typeface="Rubik Black"/>
                <a:cs typeface="Rubik Black"/>
                <a:sym typeface="Rubik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4" r:id="rId5"/>
    <p:sldLayoutId id="2147483656" r:id="rId6"/>
    <p:sldLayoutId id="2147483658" r:id="rId7"/>
    <p:sldLayoutId id="2147483659" r:id="rId8"/>
    <p:sldLayoutId id="2147483663"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guide id="5" pos="2880">
          <p15:clr>
            <a:srgbClr val="EA4335"/>
          </p15:clr>
        </p15:guide>
        <p15:guide id="6" orient="horz" pos="1620">
          <p15:clr>
            <a:srgbClr val="EA4335"/>
          </p15:clr>
        </p15:guide>
        <p15:guide id="7" pos="173">
          <p15:clr>
            <a:srgbClr val="EA4335"/>
          </p15:clr>
        </p15:guide>
        <p15:guide id="8" orient="horz" pos="173">
          <p15:clr>
            <a:srgbClr val="EA4335"/>
          </p15:clr>
        </p15:guide>
        <p15:guide id="9" pos="5587">
          <p15:clr>
            <a:srgbClr val="EA4335"/>
          </p15:clr>
        </p15:guide>
        <p15:guide id="10" orient="horz" pos="3067">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microsoft.com/office/2007/relationships/hdphoto" Target="../media/hdphoto4.wdp"/></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microsoft.com/office/2007/relationships/hdphoto" Target="../media/hdphoto5.wd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microsoft.com/office/2007/relationships/hdphoto" Target="../media/hdphoto6.wdp"/></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9"/>
          <p:cNvSpPr txBox="1">
            <a:spLocks noGrp="1"/>
          </p:cNvSpPr>
          <p:nvPr>
            <p:ph type="ctrTitle"/>
          </p:nvPr>
        </p:nvSpPr>
        <p:spPr>
          <a:xfrm>
            <a:off x="1859871" y="1037799"/>
            <a:ext cx="5486400" cy="246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4000">
                <a:latin typeface="Oswald bold" pitchFamily="2" charset="0"/>
              </a:rPr>
              <a:t>XÂY DỰNG ỨNG DỤNG MAGIC ANIME </a:t>
            </a:r>
            <a:endParaRPr sz="4000">
              <a:latin typeface="Oswald bold" pitchFamily="2" charset="0"/>
            </a:endParaRPr>
          </a:p>
        </p:txBody>
      </p:sp>
      <p:sp>
        <p:nvSpPr>
          <p:cNvPr id="413" name="Google Shape;413;p29"/>
          <p:cNvSpPr txBox="1">
            <a:spLocks noGrp="1"/>
          </p:cNvSpPr>
          <p:nvPr>
            <p:ph type="subTitle" idx="1"/>
          </p:nvPr>
        </p:nvSpPr>
        <p:spPr>
          <a:xfrm>
            <a:off x="1828800" y="3877100"/>
            <a:ext cx="54864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Oswald Light" pitchFamily="2" charset="0"/>
              </a:rPr>
              <a:t>PHÁT TRIỂN ỨNG DỤNG DI ĐỘNG</a:t>
            </a:r>
            <a:endParaRPr>
              <a:latin typeface="Oswald Light" pitchFamily="2" charset="0"/>
            </a:endParaRPr>
          </a:p>
        </p:txBody>
      </p:sp>
      <p:sp>
        <p:nvSpPr>
          <p:cNvPr id="414" name="Google Shape;414;p29"/>
          <p:cNvSpPr/>
          <p:nvPr/>
        </p:nvSpPr>
        <p:spPr>
          <a:xfrm rot="-2700000">
            <a:off x="7125203" y="4050192"/>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 name="Google Shape;415;p29"/>
          <p:cNvGrpSpPr/>
          <p:nvPr/>
        </p:nvGrpSpPr>
        <p:grpSpPr>
          <a:xfrm>
            <a:off x="136938" y="2571748"/>
            <a:ext cx="1827475" cy="1051350"/>
            <a:chOff x="274188" y="1278048"/>
            <a:chExt cx="1827475" cy="1051350"/>
          </a:xfrm>
        </p:grpSpPr>
        <p:sp>
          <p:nvSpPr>
            <p:cNvPr id="416" name="Google Shape;416;p29"/>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29"/>
            <p:cNvGrpSpPr/>
            <p:nvPr/>
          </p:nvGrpSpPr>
          <p:grpSpPr>
            <a:xfrm>
              <a:off x="274188" y="1278048"/>
              <a:ext cx="1737300" cy="960000"/>
              <a:chOff x="7146475" y="2190661"/>
              <a:chExt cx="1737300" cy="960000"/>
            </a:xfrm>
          </p:grpSpPr>
          <p:sp>
            <p:nvSpPr>
              <p:cNvPr id="418" name="Google Shape;418;p29"/>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9" name="Google Shape;419;p29"/>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420" name="Google Shape;420;p29"/>
            <p:cNvGrpSpPr/>
            <p:nvPr/>
          </p:nvGrpSpPr>
          <p:grpSpPr>
            <a:xfrm>
              <a:off x="447057" y="1555937"/>
              <a:ext cx="1391436" cy="587426"/>
              <a:chOff x="817139" y="2952501"/>
              <a:chExt cx="1391436" cy="587426"/>
            </a:xfrm>
          </p:grpSpPr>
          <p:sp>
            <p:nvSpPr>
              <p:cNvPr id="421" name="Google Shape;421;p29"/>
              <p:cNvSpPr/>
              <p:nvPr/>
            </p:nvSpPr>
            <p:spPr>
              <a:xfrm>
                <a:off x="834354" y="3033062"/>
                <a:ext cx="328236" cy="324038"/>
              </a:xfrm>
              <a:custGeom>
                <a:avLst/>
                <a:gdLst/>
                <a:ahLst/>
                <a:cxnLst/>
                <a:rect l="l" t="t" r="r" b="b"/>
                <a:pathLst>
                  <a:path w="8732" h="8733" extrusionOk="0">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9"/>
              <p:cNvSpPr/>
              <p:nvPr/>
            </p:nvSpPr>
            <p:spPr>
              <a:xfrm>
                <a:off x="817139" y="3173107"/>
                <a:ext cx="735110" cy="366820"/>
              </a:xfrm>
              <a:custGeom>
                <a:avLst/>
                <a:gdLst/>
                <a:ahLst/>
                <a:cxnLst/>
                <a:rect l="l" t="t" r="r" b="b"/>
                <a:pathLst>
                  <a:path w="19556" h="9886" extrusionOk="0">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9"/>
              <p:cNvSpPr/>
              <p:nvPr/>
            </p:nvSpPr>
            <p:spPr>
              <a:xfrm>
                <a:off x="1739143" y="2952501"/>
                <a:ext cx="162314" cy="219958"/>
              </a:xfrm>
              <a:custGeom>
                <a:avLst/>
                <a:gdLst/>
                <a:ahLst/>
                <a:cxnLst/>
                <a:rect l="l" t="t" r="r" b="b"/>
                <a:pathLst>
                  <a:path w="4318" h="5928" extrusionOk="0">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1926175" y="2955247"/>
                <a:ext cx="129310" cy="217213"/>
              </a:xfrm>
              <a:custGeom>
                <a:avLst/>
                <a:gdLst/>
                <a:ahLst/>
                <a:cxnLst/>
                <a:rect l="l" t="t" r="r" b="b"/>
                <a:pathLst>
                  <a:path w="3440" h="5854" extrusionOk="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9"/>
              <p:cNvSpPr/>
              <p:nvPr/>
            </p:nvSpPr>
            <p:spPr>
              <a:xfrm>
                <a:off x="2096669" y="2952501"/>
                <a:ext cx="111905" cy="112354"/>
              </a:xfrm>
              <a:custGeom>
                <a:avLst/>
                <a:gdLst/>
                <a:ahLst/>
                <a:cxnLst/>
                <a:rect l="l" t="t" r="r" b="b"/>
                <a:pathLst>
                  <a:path w="2977" h="3028" extrusionOk="0">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6" name="Google Shape;426;p29"/>
          <p:cNvSpPr/>
          <p:nvPr/>
        </p:nvSpPr>
        <p:spPr>
          <a:xfrm>
            <a:off x="1099325" y="425927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7" name="Google Shape;427;p29"/>
          <p:cNvGrpSpPr/>
          <p:nvPr/>
        </p:nvGrpSpPr>
        <p:grpSpPr>
          <a:xfrm>
            <a:off x="6761147" y="3414805"/>
            <a:ext cx="689546" cy="208288"/>
            <a:chOff x="6761147" y="3414805"/>
            <a:chExt cx="689546" cy="208288"/>
          </a:xfrm>
        </p:grpSpPr>
        <p:sp>
          <p:nvSpPr>
            <p:cNvPr id="428" name="Google Shape;428;p29"/>
            <p:cNvSpPr/>
            <p:nvPr/>
          </p:nvSpPr>
          <p:spPr>
            <a:xfrm>
              <a:off x="6993487" y="356345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6761147" y="341480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29"/>
          <p:cNvGrpSpPr/>
          <p:nvPr/>
        </p:nvGrpSpPr>
        <p:grpSpPr>
          <a:xfrm>
            <a:off x="136938" y="1047512"/>
            <a:ext cx="1371600" cy="1375875"/>
            <a:chOff x="299013" y="1079125"/>
            <a:chExt cx="1371600" cy="1375875"/>
          </a:xfrm>
        </p:grpSpPr>
        <p:sp>
          <p:nvSpPr>
            <p:cNvPr id="431" name="Google Shape;431;p29"/>
            <p:cNvSpPr/>
            <p:nvPr/>
          </p:nvSpPr>
          <p:spPr>
            <a:xfrm>
              <a:off x="390513" y="1174900"/>
              <a:ext cx="1280100" cy="1280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299013" y="1079125"/>
              <a:ext cx="1280100" cy="1280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9"/>
            <p:cNvGrpSpPr/>
            <p:nvPr/>
          </p:nvGrpSpPr>
          <p:grpSpPr>
            <a:xfrm>
              <a:off x="396400" y="1384064"/>
              <a:ext cx="1085400" cy="635100"/>
              <a:chOff x="396400" y="1399225"/>
              <a:chExt cx="1085400" cy="635100"/>
            </a:xfrm>
          </p:grpSpPr>
          <p:sp>
            <p:nvSpPr>
              <p:cNvPr id="434" name="Google Shape;434;p29"/>
              <p:cNvSpPr/>
              <p:nvPr/>
            </p:nvSpPr>
            <p:spPr>
              <a:xfrm>
                <a:off x="396400" y="1399225"/>
                <a:ext cx="1085400" cy="635100"/>
              </a:xfrm>
              <a:prstGeom prst="roundRect">
                <a:avLst>
                  <a:gd name="adj" fmla="val 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29"/>
              <p:cNvGrpSpPr/>
              <p:nvPr/>
            </p:nvGrpSpPr>
            <p:grpSpPr>
              <a:xfrm>
                <a:off x="712181" y="1506835"/>
                <a:ext cx="453838" cy="419880"/>
                <a:chOff x="733647" y="1423686"/>
                <a:chExt cx="453838" cy="419880"/>
              </a:xfrm>
            </p:grpSpPr>
            <p:sp>
              <p:nvSpPr>
                <p:cNvPr id="436" name="Google Shape;436;p29"/>
                <p:cNvSpPr/>
                <p:nvPr/>
              </p:nvSpPr>
              <p:spPr>
                <a:xfrm>
                  <a:off x="733647" y="1423686"/>
                  <a:ext cx="453838" cy="419880"/>
                </a:xfrm>
                <a:custGeom>
                  <a:avLst/>
                  <a:gdLst/>
                  <a:ahLst/>
                  <a:cxnLst/>
                  <a:rect l="l" t="t" r="r" b="b"/>
                  <a:pathLst>
                    <a:path w="9781" h="9055" extrusionOk="0">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898875" y="1539755"/>
                  <a:ext cx="163003" cy="188911"/>
                </a:xfrm>
                <a:custGeom>
                  <a:avLst/>
                  <a:gdLst/>
                  <a:ahLst/>
                  <a:cxnLst/>
                  <a:rect l="l" t="t" r="r" b="b"/>
                  <a:pathLst>
                    <a:path w="3513" h="4074" extrusionOk="0">
                      <a:moveTo>
                        <a:pt x="1" y="0"/>
                      </a:moveTo>
                      <a:lnTo>
                        <a:pt x="1" y="4073"/>
                      </a:lnTo>
                      <a:lnTo>
                        <a:pt x="3513" y="2024"/>
                      </a:lnTo>
                      <a:lnTo>
                        <a:pt x="1" y="0"/>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8" name="Google Shape;438;p29"/>
            <p:cNvGrpSpPr/>
            <p:nvPr/>
          </p:nvGrpSpPr>
          <p:grpSpPr>
            <a:xfrm>
              <a:off x="396391" y="2141102"/>
              <a:ext cx="1085342" cy="96171"/>
              <a:chOff x="417899" y="2116530"/>
              <a:chExt cx="1085342" cy="96171"/>
            </a:xfrm>
          </p:grpSpPr>
          <p:sp>
            <p:nvSpPr>
              <p:cNvPr id="439" name="Google Shape;439;p29"/>
              <p:cNvSpPr/>
              <p:nvPr/>
            </p:nvSpPr>
            <p:spPr>
              <a:xfrm>
                <a:off x="417899" y="2116530"/>
                <a:ext cx="1085342" cy="96171"/>
              </a:xfrm>
              <a:custGeom>
                <a:avLst/>
                <a:gdLst/>
                <a:ahLst/>
                <a:cxnLst/>
                <a:rect l="l" t="t" r="r" b="b"/>
                <a:pathLst>
                  <a:path w="23391" h="2074" extrusionOk="0">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417899" y="2116530"/>
                <a:ext cx="555733" cy="96171"/>
              </a:xfrm>
              <a:custGeom>
                <a:avLst/>
                <a:gdLst/>
                <a:ahLst/>
                <a:cxnLst/>
                <a:rect l="l" t="t" r="r" b="b"/>
                <a:pathLst>
                  <a:path w="11977" h="2074" extrusionOk="0">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1" name="Google Shape;441;p29"/>
            <p:cNvCxnSpPr/>
            <p:nvPr/>
          </p:nvCxnSpPr>
          <p:spPr>
            <a:xfrm>
              <a:off x="308975" y="1262125"/>
              <a:ext cx="1263300" cy="0"/>
            </a:xfrm>
            <a:prstGeom prst="straightConnector1">
              <a:avLst/>
            </a:prstGeom>
            <a:noFill/>
            <a:ln w="28575" cap="flat" cmpd="sng">
              <a:solidFill>
                <a:schemeClr val="dk1"/>
              </a:solidFill>
              <a:prstDash val="solid"/>
              <a:round/>
              <a:headEnd type="none" w="med" len="med"/>
              <a:tailEnd type="none" w="med" len="med"/>
            </a:ln>
          </p:spPr>
        </p:cxnSp>
      </p:grpSp>
      <p:grpSp>
        <p:nvGrpSpPr>
          <p:cNvPr id="442" name="Google Shape;442;p29"/>
          <p:cNvGrpSpPr/>
          <p:nvPr/>
        </p:nvGrpSpPr>
        <p:grpSpPr>
          <a:xfrm>
            <a:off x="7450704" y="1174899"/>
            <a:ext cx="1646100" cy="1188900"/>
            <a:chOff x="7403363" y="1047512"/>
            <a:chExt cx="1646100" cy="1188900"/>
          </a:xfrm>
        </p:grpSpPr>
        <p:sp>
          <p:nvSpPr>
            <p:cNvPr id="443" name="Google Shape;443;p29"/>
            <p:cNvSpPr/>
            <p:nvPr/>
          </p:nvSpPr>
          <p:spPr>
            <a:xfrm>
              <a:off x="7494863" y="1139012"/>
              <a:ext cx="1554600" cy="1097400"/>
            </a:xfrm>
            <a:prstGeom prst="roundRect">
              <a:avLst>
                <a:gd name="adj" fmla="val 0"/>
              </a:avLst>
            </a:prstGeo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7403363" y="1047512"/>
              <a:ext cx="1554600" cy="1097400"/>
            </a:xfrm>
            <a:prstGeom prst="roundRect">
              <a:avLst>
                <a:gd name="adj" fmla="val 0"/>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5" name="Google Shape;445;p29"/>
            <p:cNvCxnSpPr/>
            <p:nvPr/>
          </p:nvCxnSpPr>
          <p:spPr>
            <a:xfrm>
              <a:off x="7413325" y="1230512"/>
              <a:ext cx="1544700" cy="0"/>
            </a:xfrm>
            <a:prstGeom prst="straightConnector1">
              <a:avLst/>
            </a:prstGeom>
            <a:ln>
              <a:headEnd type="none" w="med" len="med"/>
              <a:tailEnd type="none" w="med" len="med"/>
            </a:ln>
          </p:spPr>
          <p:style>
            <a:lnRef idx="1">
              <a:schemeClr val="dk1"/>
            </a:lnRef>
            <a:fillRef idx="2">
              <a:schemeClr val="dk1"/>
            </a:fillRef>
            <a:effectRef idx="1">
              <a:schemeClr val="dk1"/>
            </a:effectRef>
            <a:fontRef idx="minor">
              <a:schemeClr val="dk1"/>
            </a:fontRef>
          </p:style>
        </p:cxnSp>
        <p:sp>
          <p:nvSpPr>
            <p:cNvPr id="446" name="Google Shape;446;p29"/>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29"/>
            <p:cNvGrpSpPr/>
            <p:nvPr/>
          </p:nvGrpSpPr>
          <p:grpSpPr>
            <a:xfrm>
              <a:off x="7770652" y="1367593"/>
              <a:ext cx="820034" cy="187786"/>
              <a:chOff x="4005100" y="3437025"/>
              <a:chExt cx="535375" cy="122600"/>
            </a:xfrm>
          </p:grpSpPr>
          <p:sp>
            <p:nvSpPr>
              <p:cNvPr id="450" name="Google Shape;450;p29"/>
              <p:cNvSpPr/>
              <p:nvPr/>
            </p:nvSpPr>
            <p:spPr>
              <a:xfrm>
                <a:off x="4005100" y="3437025"/>
                <a:ext cx="535375" cy="33575"/>
              </a:xfrm>
              <a:custGeom>
                <a:avLst/>
                <a:gdLst/>
                <a:ahLst/>
                <a:cxnLst/>
                <a:rect l="l" t="t" r="r" b="b"/>
                <a:pathLst>
                  <a:path w="21415" h="1343" extrusionOk="0">
                    <a:moveTo>
                      <a:pt x="903" y="1"/>
                    </a:moveTo>
                    <a:cubicBezTo>
                      <a:pt x="1" y="1"/>
                      <a:pt x="1" y="1342"/>
                      <a:pt x="903" y="1342"/>
                    </a:cubicBezTo>
                    <a:lnTo>
                      <a:pt x="20488" y="1342"/>
                    </a:lnTo>
                    <a:cubicBezTo>
                      <a:pt x="21415" y="1342"/>
                      <a:pt x="21415" y="1"/>
                      <a:pt x="20488" y="1"/>
                    </a:cubicBezTo>
                    <a:close/>
                  </a:path>
                </a:pathLst>
              </a:custGeo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4064850" y="3525450"/>
                <a:ext cx="415275" cy="34175"/>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 name="Google Shape;452;p29"/>
          <p:cNvGrpSpPr/>
          <p:nvPr/>
        </p:nvGrpSpPr>
        <p:grpSpPr>
          <a:xfrm>
            <a:off x="7855413" y="2571747"/>
            <a:ext cx="836668" cy="1371596"/>
            <a:chOff x="2771692" y="3497697"/>
            <a:chExt cx="836668" cy="1371596"/>
          </a:xfrm>
        </p:grpSpPr>
        <p:sp>
          <p:nvSpPr>
            <p:cNvPr id="453" name="Google Shape;453;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moveTo>
                    <a:pt x="4903" y="390"/>
                  </a:moveTo>
                  <a:lnTo>
                    <a:pt x="4903" y="2293"/>
                  </a:lnTo>
                  <a:cubicBezTo>
                    <a:pt x="5391" y="2390"/>
                    <a:pt x="5732" y="2781"/>
                    <a:pt x="5732" y="3268"/>
                  </a:cubicBezTo>
                  <a:lnTo>
                    <a:pt x="5732" y="6000"/>
                  </a:lnTo>
                  <a:cubicBezTo>
                    <a:pt x="5732" y="6488"/>
                    <a:pt x="5391" y="6902"/>
                    <a:pt x="4903" y="6976"/>
                  </a:cubicBezTo>
                  <a:lnTo>
                    <a:pt x="4903" y="8268"/>
                  </a:lnTo>
                  <a:lnTo>
                    <a:pt x="5123" y="8268"/>
                  </a:lnTo>
                  <a:cubicBezTo>
                    <a:pt x="5854" y="8268"/>
                    <a:pt x="6562" y="8171"/>
                    <a:pt x="7269" y="7976"/>
                  </a:cubicBezTo>
                  <a:cubicBezTo>
                    <a:pt x="7928" y="7756"/>
                    <a:pt x="8537" y="7488"/>
                    <a:pt x="9123" y="7122"/>
                  </a:cubicBezTo>
                  <a:lnTo>
                    <a:pt x="9123" y="4756"/>
                  </a:lnTo>
                  <a:cubicBezTo>
                    <a:pt x="9098" y="2415"/>
                    <a:pt x="7245" y="488"/>
                    <a:pt x="4903" y="415"/>
                  </a:cubicBezTo>
                  <a:close/>
                  <a:moveTo>
                    <a:pt x="4611" y="2293"/>
                  </a:moveTo>
                  <a:lnTo>
                    <a:pt x="4611" y="415"/>
                  </a:lnTo>
                  <a:cubicBezTo>
                    <a:pt x="2269" y="488"/>
                    <a:pt x="416" y="2415"/>
                    <a:pt x="391" y="4756"/>
                  </a:cubicBezTo>
                  <a:lnTo>
                    <a:pt x="391" y="7122"/>
                  </a:lnTo>
                  <a:cubicBezTo>
                    <a:pt x="976" y="7463"/>
                    <a:pt x="1611" y="7756"/>
                    <a:pt x="2245" y="7951"/>
                  </a:cubicBezTo>
                  <a:cubicBezTo>
                    <a:pt x="2952" y="8146"/>
                    <a:pt x="3659" y="8268"/>
                    <a:pt x="4391" y="8244"/>
                  </a:cubicBezTo>
                  <a:lnTo>
                    <a:pt x="4611" y="8244"/>
                  </a:lnTo>
                  <a:lnTo>
                    <a:pt x="4611" y="6976"/>
                  </a:lnTo>
                  <a:cubicBezTo>
                    <a:pt x="4123" y="6902"/>
                    <a:pt x="3781" y="6488"/>
                    <a:pt x="3781" y="6000"/>
                  </a:cubicBezTo>
                  <a:lnTo>
                    <a:pt x="3781" y="3268"/>
                  </a:lnTo>
                  <a:cubicBezTo>
                    <a:pt x="3781" y="2781"/>
                    <a:pt x="4123" y="2390"/>
                    <a:pt x="4611" y="2293"/>
                  </a:cubicBezTo>
                  <a:close/>
                  <a:moveTo>
                    <a:pt x="5220" y="2781"/>
                  </a:moveTo>
                  <a:cubicBezTo>
                    <a:pt x="5098" y="2659"/>
                    <a:pt x="4928" y="2585"/>
                    <a:pt x="4757" y="2585"/>
                  </a:cubicBezTo>
                  <a:lnTo>
                    <a:pt x="4757" y="2585"/>
                  </a:lnTo>
                  <a:cubicBezTo>
                    <a:pt x="4391" y="2585"/>
                    <a:pt x="4074" y="2902"/>
                    <a:pt x="4074" y="3268"/>
                  </a:cubicBezTo>
                  <a:lnTo>
                    <a:pt x="4074" y="6000"/>
                  </a:lnTo>
                  <a:cubicBezTo>
                    <a:pt x="4074" y="6390"/>
                    <a:pt x="4391" y="6683"/>
                    <a:pt x="4757" y="6683"/>
                  </a:cubicBezTo>
                  <a:lnTo>
                    <a:pt x="4757" y="6683"/>
                  </a:lnTo>
                  <a:cubicBezTo>
                    <a:pt x="4928" y="6683"/>
                    <a:pt x="5098" y="6610"/>
                    <a:pt x="5220" y="6488"/>
                  </a:cubicBezTo>
                  <a:cubicBezTo>
                    <a:pt x="5367" y="6366"/>
                    <a:pt x="5440" y="6195"/>
                    <a:pt x="5440" y="6000"/>
                  </a:cubicBezTo>
                  <a:lnTo>
                    <a:pt x="5440" y="3268"/>
                  </a:lnTo>
                  <a:cubicBezTo>
                    <a:pt x="5440" y="3098"/>
                    <a:pt x="5367" y="2927"/>
                    <a:pt x="5220" y="2781"/>
                  </a:cubicBezTo>
                  <a:close/>
                  <a:moveTo>
                    <a:pt x="9123" y="7463"/>
                  </a:moveTo>
                  <a:cubicBezTo>
                    <a:pt x="8562" y="7805"/>
                    <a:pt x="7976" y="8073"/>
                    <a:pt x="7342" y="8244"/>
                  </a:cubicBezTo>
                  <a:cubicBezTo>
                    <a:pt x="6635" y="8463"/>
                    <a:pt x="5879" y="8561"/>
                    <a:pt x="5123" y="8561"/>
                  </a:cubicBezTo>
                  <a:lnTo>
                    <a:pt x="4391" y="8561"/>
                  </a:lnTo>
                  <a:cubicBezTo>
                    <a:pt x="2976" y="8561"/>
                    <a:pt x="1611" y="8195"/>
                    <a:pt x="391" y="7463"/>
                  </a:cubicBezTo>
                  <a:lnTo>
                    <a:pt x="391" y="11049"/>
                  </a:lnTo>
                  <a:cubicBezTo>
                    <a:pt x="464" y="13414"/>
                    <a:pt x="2391" y="15292"/>
                    <a:pt x="4757" y="15292"/>
                  </a:cubicBezTo>
                  <a:cubicBezTo>
                    <a:pt x="7123" y="15292"/>
                    <a:pt x="9049" y="13414"/>
                    <a:pt x="9123" y="11049"/>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3202911" y="3533904"/>
              <a:ext cx="371149" cy="686979"/>
            </a:xfrm>
            <a:custGeom>
              <a:avLst/>
              <a:gdLst/>
              <a:ahLst/>
              <a:cxnLst/>
              <a:rect l="l" t="t" r="r" b="b"/>
              <a:pathLst>
                <a:path w="4220" h="7855" extrusionOk="0">
                  <a:moveTo>
                    <a:pt x="537" y="2171"/>
                  </a:moveTo>
                  <a:cubicBezTo>
                    <a:pt x="732" y="2342"/>
                    <a:pt x="829" y="2586"/>
                    <a:pt x="829" y="2854"/>
                  </a:cubicBezTo>
                  <a:lnTo>
                    <a:pt x="829" y="5586"/>
                  </a:lnTo>
                  <a:cubicBezTo>
                    <a:pt x="829" y="6074"/>
                    <a:pt x="488" y="6488"/>
                    <a:pt x="0" y="6562"/>
                  </a:cubicBezTo>
                  <a:lnTo>
                    <a:pt x="0" y="7854"/>
                  </a:lnTo>
                  <a:lnTo>
                    <a:pt x="220" y="7854"/>
                  </a:lnTo>
                  <a:cubicBezTo>
                    <a:pt x="951" y="7854"/>
                    <a:pt x="1659" y="7757"/>
                    <a:pt x="2366" y="7562"/>
                  </a:cubicBezTo>
                  <a:cubicBezTo>
                    <a:pt x="3025" y="7342"/>
                    <a:pt x="3634" y="7074"/>
                    <a:pt x="4220" y="6708"/>
                  </a:cubicBezTo>
                  <a:lnTo>
                    <a:pt x="4220" y="4342"/>
                  </a:lnTo>
                  <a:cubicBezTo>
                    <a:pt x="4195" y="2001"/>
                    <a:pt x="2342" y="74"/>
                    <a:pt x="0" y="1"/>
                  </a:cubicBezTo>
                  <a:lnTo>
                    <a:pt x="0" y="1903"/>
                  </a:lnTo>
                  <a:cubicBezTo>
                    <a:pt x="220" y="1928"/>
                    <a:pt x="390" y="2025"/>
                    <a:pt x="537" y="217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3129912" y="3708819"/>
              <a:ext cx="120228" cy="373356"/>
            </a:xfrm>
            <a:custGeom>
              <a:avLst/>
              <a:gdLst/>
              <a:ahLst/>
              <a:cxnLst/>
              <a:rect l="l" t="t" r="r" b="b"/>
              <a:pathLst>
                <a:path w="1367" h="4269" extrusionOk="0">
                  <a:moveTo>
                    <a:pt x="1367" y="3586"/>
                  </a:moveTo>
                  <a:lnTo>
                    <a:pt x="1367" y="854"/>
                  </a:lnTo>
                  <a:cubicBezTo>
                    <a:pt x="1294" y="1"/>
                    <a:pt x="74" y="1"/>
                    <a:pt x="1" y="854"/>
                  </a:cubicBezTo>
                  <a:lnTo>
                    <a:pt x="1" y="3586"/>
                  </a:lnTo>
                  <a:cubicBezTo>
                    <a:pt x="1" y="3976"/>
                    <a:pt x="318" y="4269"/>
                    <a:pt x="684" y="4269"/>
                  </a:cubicBezTo>
                  <a:cubicBezTo>
                    <a:pt x="855" y="4269"/>
                    <a:pt x="1025" y="4196"/>
                    <a:pt x="1172" y="4074"/>
                  </a:cubicBezTo>
                  <a:cubicBezTo>
                    <a:pt x="1294" y="3952"/>
                    <a:pt x="1367" y="3781"/>
                    <a:pt x="1367" y="358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2806080" y="3533904"/>
              <a:ext cx="371149" cy="686979"/>
            </a:xfrm>
            <a:custGeom>
              <a:avLst/>
              <a:gdLst/>
              <a:ahLst/>
              <a:cxnLst/>
              <a:rect l="l" t="t" r="r" b="b"/>
              <a:pathLst>
                <a:path w="4220" h="7855" extrusionOk="0">
                  <a:moveTo>
                    <a:pt x="3390" y="5586"/>
                  </a:moveTo>
                  <a:lnTo>
                    <a:pt x="3390" y="2854"/>
                  </a:lnTo>
                  <a:cubicBezTo>
                    <a:pt x="3390" y="2367"/>
                    <a:pt x="3756" y="1976"/>
                    <a:pt x="4220" y="1903"/>
                  </a:cubicBezTo>
                  <a:lnTo>
                    <a:pt x="4220" y="1"/>
                  </a:lnTo>
                  <a:cubicBezTo>
                    <a:pt x="1878" y="74"/>
                    <a:pt x="25" y="2001"/>
                    <a:pt x="0" y="4342"/>
                  </a:cubicBezTo>
                  <a:lnTo>
                    <a:pt x="0" y="6708"/>
                  </a:lnTo>
                  <a:cubicBezTo>
                    <a:pt x="585" y="7049"/>
                    <a:pt x="1220" y="7342"/>
                    <a:pt x="1854" y="7537"/>
                  </a:cubicBezTo>
                  <a:cubicBezTo>
                    <a:pt x="2561" y="7732"/>
                    <a:pt x="3268" y="7854"/>
                    <a:pt x="4000" y="7830"/>
                  </a:cubicBezTo>
                  <a:lnTo>
                    <a:pt x="4220" y="7830"/>
                  </a:lnTo>
                  <a:lnTo>
                    <a:pt x="4220" y="6562"/>
                  </a:lnTo>
                  <a:cubicBezTo>
                    <a:pt x="3732" y="6488"/>
                    <a:pt x="3390" y="6074"/>
                    <a:pt x="3390" y="558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2806080" y="4150392"/>
              <a:ext cx="767979" cy="684792"/>
            </a:xfrm>
            <a:custGeom>
              <a:avLst/>
              <a:gdLst/>
              <a:ahLst/>
              <a:cxnLst/>
              <a:rect l="l" t="t" r="r" b="b"/>
              <a:pathLst>
                <a:path w="8732" h="7830" extrusionOk="0">
                  <a:moveTo>
                    <a:pt x="6976" y="781"/>
                  </a:moveTo>
                  <a:cubicBezTo>
                    <a:pt x="6244" y="1000"/>
                    <a:pt x="5488" y="1098"/>
                    <a:pt x="4732" y="1098"/>
                  </a:cubicBezTo>
                  <a:lnTo>
                    <a:pt x="4000" y="1098"/>
                  </a:lnTo>
                  <a:cubicBezTo>
                    <a:pt x="2585" y="1098"/>
                    <a:pt x="1220" y="732"/>
                    <a:pt x="0" y="0"/>
                  </a:cubicBezTo>
                  <a:lnTo>
                    <a:pt x="0" y="3586"/>
                  </a:lnTo>
                  <a:cubicBezTo>
                    <a:pt x="73" y="5951"/>
                    <a:pt x="2000" y="7829"/>
                    <a:pt x="4366" y="7829"/>
                  </a:cubicBezTo>
                  <a:cubicBezTo>
                    <a:pt x="6732" y="7829"/>
                    <a:pt x="8658" y="5951"/>
                    <a:pt x="8732" y="3586"/>
                  </a:cubicBezTo>
                  <a:lnTo>
                    <a:pt x="8732" y="0"/>
                  </a:lnTo>
                  <a:cubicBezTo>
                    <a:pt x="8171" y="342"/>
                    <a:pt x="7585" y="610"/>
                    <a:pt x="6976" y="781"/>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3505371" y="4248519"/>
              <a:ext cx="34388" cy="266658"/>
            </a:xfrm>
            <a:custGeom>
              <a:avLst/>
              <a:gdLst/>
              <a:ahLst/>
              <a:cxnLst/>
              <a:rect l="l" t="t" r="r" b="b"/>
              <a:pathLst>
                <a:path w="391" h="3049" extrusionOk="0">
                  <a:moveTo>
                    <a:pt x="0" y="195"/>
                  </a:moveTo>
                  <a:cubicBezTo>
                    <a:pt x="0" y="98"/>
                    <a:pt x="98" y="0"/>
                    <a:pt x="195" y="0"/>
                  </a:cubicBezTo>
                  <a:cubicBezTo>
                    <a:pt x="317" y="0"/>
                    <a:pt x="390" y="98"/>
                    <a:pt x="390" y="195"/>
                  </a:cubicBezTo>
                  <a:lnTo>
                    <a:pt x="390" y="1927"/>
                  </a:lnTo>
                  <a:cubicBezTo>
                    <a:pt x="390" y="2025"/>
                    <a:pt x="317" y="2122"/>
                    <a:pt x="195" y="2122"/>
                  </a:cubicBezTo>
                  <a:cubicBezTo>
                    <a:pt x="98" y="2122"/>
                    <a:pt x="0" y="2025"/>
                    <a:pt x="0" y="1927"/>
                  </a:cubicBezTo>
                  <a:close/>
                  <a:moveTo>
                    <a:pt x="0" y="2537"/>
                  </a:moveTo>
                  <a:cubicBezTo>
                    <a:pt x="0" y="2439"/>
                    <a:pt x="98" y="2342"/>
                    <a:pt x="195" y="2342"/>
                  </a:cubicBezTo>
                  <a:cubicBezTo>
                    <a:pt x="317" y="2342"/>
                    <a:pt x="390" y="2439"/>
                    <a:pt x="390" y="2537"/>
                  </a:cubicBezTo>
                  <a:lnTo>
                    <a:pt x="390" y="2854"/>
                  </a:lnTo>
                  <a:cubicBezTo>
                    <a:pt x="390" y="2951"/>
                    <a:pt x="317" y="3049"/>
                    <a:pt x="195" y="3049"/>
                  </a:cubicBezTo>
                  <a:cubicBezTo>
                    <a:pt x="73" y="3049"/>
                    <a:pt x="0" y="2951"/>
                    <a:pt x="0" y="2854"/>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3202911" y="3533904"/>
              <a:ext cx="371149" cy="633630"/>
            </a:xfrm>
            <a:custGeom>
              <a:avLst/>
              <a:gdLst/>
              <a:ahLst/>
              <a:cxnLst/>
              <a:rect l="l" t="t" r="r" b="b"/>
              <a:pathLst>
                <a:path w="4220" h="7245" extrusionOk="0">
                  <a:moveTo>
                    <a:pt x="3610" y="4635"/>
                  </a:moveTo>
                  <a:lnTo>
                    <a:pt x="3610" y="7001"/>
                  </a:lnTo>
                  <a:cubicBezTo>
                    <a:pt x="3464" y="7098"/>
                    <a:pt x="3317" y="7171"/>
                    <a:pt x="3171" y="7244"/>
                  </a:cubicBezTo>
                  <a:cubicBezTo>
                    <a:pt x="3537" y="7098"/>
                    <a:pt x="3878" y="6903"/>
                    <a:pt x="4220" y="6708"/>
                  </a:cubicBezTo>
                  <a:lnTo>
                    <a:pt x="4220" y="4342"/>
                  </a:lnTo>
                  <a:cubicBezTo>
                    <a:pt x="4195" y="2001"/>
                    <a:pt x="2342" y="74"/>
                    <a:pt x="0" y="1"/>
                  </a:cubicBezTo>
                  <a:lnTo>
                    <a:pt x="0" y="342"/>
                  </a:lnTo>
                  <a:cubicBezTo>
                    <a:pt x="2073" y="732"/>
                    <a:pt x="3586" y="2537"/>
                    <a:pt x="3610" y="4635"/>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3329471" y="4150392"/>
              <a:ext cx="246788" cy="667738"/>
            </a:xfrm>
            <a:custGeom>
              <a:avLst/>
              <a:gdLst/>
              <a:ahLst/>
              <a:cxnLst/>
              <a:rect l="l" t="t" r="r" b="b"/>
              <a:pathLst>
                <a:path w="2806" h="7635" extrusionOk="0">
                  <a:moveTo>
                    <a:pt x="2781" y="0"/>
                  </a:moveTo>
                  <a:cubicBezTo>
                    <a:pt x="2586" y="122"/>
                    <a:pt x="2366" y="244"/>
                    <a:pt x="2171" y="342"/>
                  </a:cubicBezTo>
                  <a:lnTo>
                    <a:pt x="2171" y="1122"/>
                  </a:lnTo>
                  <a:lnTo>
                    <a:pt x="2195" y="1122"/>
                  </a:lnTo>
                  <a:cubicBezTo>
                    <a:pt x="2317" y="1122"/>
                    <a:pt x="2390" y="1220"/>
                    <a:pt x="2390" y="1317"/>
                  </a:cubicBezTo>
                  <a:lnTo>
                    <a:pt x="2390" y="3049"/>
                  </a:lnTo>
                  <a:cubicBezTo>
                    <a:pt x="2390" y="3147"/>
                    <a:pt x="2317" y="3244"/>
                    <a:pt x="2195" y="3244"/>
                  </a:cubicBezTo>
                  <a:lnTo>
                    <a:pt x="2171" y="3244"/>
                  </a:lnTo>
                  <a:lnTo>
                    <a:pt x="2171" y="3464"/>
                  </a:lnTo>
                  <a:lnTo>
                    <a:pt x="2195" y="3464"/>
                  </a:lnTo>
                  <a:cubicBezTo>
                    <a:pt x="2317" y="3464"/>
                    <a:pt x="2390" y="3561"/>
                    <a:pt x="2390" y="3683"/>
                  </a:cubicBezTo>
                  <a:lnTo>
                    <a:pt x="2390" y="3976"/>
                  </a:lnTo>
                  <a:cubicBezTo>
                    <a:pt x="2390" y="4098"/>
                    <a:pt x="2317" y="4171"/>
                    <a:pt x="2195" y="4171"/>
                  </a:cubicBezTo>
                  <a:lnTo>
                    <a:pt x="2171" y="4171"/>
                  </a:lnTo>
                  <a:cubicBezTo>
                    <a:pt x="2049" y="5610"/>
                    <a:pt x="1244" y="6903"/>
                    <a:pt x="0" y="7634"/>
                  </a:cubicBezTo>
                  <a:cubicBezTo>
                    <a:pt x="1683" y="6976"/>
                    <a:pt x="2781" y="5366"/>
                    <a:pt x="2805" y="3586"/>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3138531" y="3728060"/>
              <a:ext cx="111609" cy="373356"/>
            </a:xfrm>
            <a:custGeom>
              <a:avLst/>
              <a:gdLst/>
              <a:ahLst/>
              <a:cxnLst/>
              <a:rect l="l" t="t" r="r" b="b"/>
              <a:pathLst>
                <a:path w="1269" h="4269" extrusionOk="0">
                  <a:moveTo>
                    <a:pt x="879" y="317"/>
                  </a:moveTo>
                  <a:lnTo>
                    <a:pt x="879" y="3049"/>
                  </a:lnTo>
                  <a:cubicBezTo>
                    <a:pt x="879" y="3439"/>
                    <a:pt x="586" y="3732"/>
                    <a:pt x="220" y="3732"/>
                  </a:cubicBezTo>
                  <a:cubicBezTo>
                    <a:pt x="147" y="3732"/>
                    <a:pt x="74" y="3732"/>
                    <a:pt x="1" y="3707"/>
                  </a:cubicBezTo>
                  <a:cubicBezTo>
                    <a:pt x="25" y="3756"/>
                    <a:pt x="74" y="3805"/>
                    <a:pt x="123" y="3854"/>
                  </a:cubicBezTo>
                  <a:cubicBezTo>
                    <a:pt x="537" y="4268"/>
                    <a:pt x="1244" y="3976"/>
                    <a:pt x="1269" y="3366"/>
                  </a:cubicBezTo>
                  <a:lnTo>
                    <a:pt x="1269" y="634"/>
                  </a:lnTo>
                  <a:cubicBezTo>
                    <a:pt x="1269" y="464"/>
                    <a:pt x="1196" y="293"/>
                    <a:pt x="1074" y="147"/>
                  </a:cubicBezTo>
                  <a:cubicBezTo>
                    <a:pt x="976" y="73"/>
                    <a:pt x="903" y="25"/>
                    <a:pt x="805" y="0"/>
                  </a:cubicBezTo>
                  <a:cubicBezTo>
                    <a:pt x="854" y="98"/>
                    <a:pt x="879" y="195"/>
                    <a:pt x="879" y="317"/>
                  </a:cubicBezTo>
                  <a:close/>
                </a:path>
              </a:pathLst>
            </a:custGeom>
            <a:ln/>
          </p:spPr>
          <p:style>
            <a:lnRef idx="1">
              <a:schemeClr val="dk1"/>
            </a:lnRef>
            <a:fillRef idx="3">
              <a:schemeClr val="dk1"/>
            </a:fillRef>
            <a:effectRef idx="2">
              <a:schemeClr val="dk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20">
            <a:extLst>
              <a:ext uri="{FF2B5EF4-FFF2-40B4-BE49-F238E27FC236}">
                <a16:creationId xmlns:a16="http://schemas.microsoft.com/office/drawing/2014/main" id="{0CD17B4A-A1C3-6D0B-CFC4-1F7B15D162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3379517" y="-2074419"/>
            <a:ext cx="516634" cy="51663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6">
            <a:extLst>
              <a:ext uri="{FF2B5EF4-FFF2-40B4-BE49-F238E27FC236}">
                <a16:creationId xmlns:a16="http://schemas.microsoft.com/office/drawing/2014/main" id="{663DDDDD-56FB-5003-7302-8A48B84763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4152900" y="-2393437"/>
            <a:ext cx="874830" cy="87483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8">
            <a:extLst>
              <a:ext uri="{FF2B5EF4-FFF2-40B4-BE49-F238E27FC236}">
                <a16:creationId xmlns:a16="http://schemas.microsoft.com/office/drawing/2014/main" id="{9566F676-34BC-A830-691A-04A6368F64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1901975" y="-2170158"/>
            <a:ext cx="768553" cy="7685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0"/>
          <p:cNvSpPr txBox="1">
            <a:spLocks noGrp="1"/>
          </p:cNvSpPr>
          <p:nvPr>
            <p:ph type="title"/>
          </p:nvPr>
        </p:nvSpPr>
        <p:spPr>
          <a:xfrm>
            <a:off x="757972" y="579064"/>
            <a:ext cx="7713900" cy="61252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Oswald bold" pitchFamily="2" charset="0"/>
              </a:rPr>
              <a:t>Nội dung của bài báo cáo</a:t>
            </a:r>
            <a:endParaRPr>
              <a:latin typeface="Oswald bold" pitchFamily="2" charset="0"/>
            </a:endParaRPr>
          </a:p>
        </p:txBody>
      </p:sp>
      <p:graphicFrame>
        <p:nvGraphicFramePr>
          <p:cNvPr id="471" name="Google Shape;471;p30"/>
          <p:cNvGraphicFramePr/>
          <p:nvPr>
            <p:extLst>
              <p:ext uri="{D42A27DB-BD31-4B8C-83A1-F6EECF244321}">
                <p14:modId xmlns:p14="http://schemas.microsoft.com/office/powerpoint/2010/main" val="326819817"/>
              </p:ext>
            </p:extLst>
          </p:nvPr>
        </p:nvGraphicFramePr>
        <p:xfrm>
          <a:off x="823454" y="1376569"/>
          <a:ext cx="7148238" cy="2840133"/>
        </p:xfrm>
        <a:graphic>
          <a:graphicData uri="http://schemas.openxmlformats.org/drawingml/2006/table">
            <a:tbl>
              <a:tblPr>
                <a:noFill/>
                <a:tableStyleId>{2F3B0D71-4E64-4B7A-8608-AA9BDD947B3B}</a:tableStyleId>
              </a:tblPr>
              <a:tblGrid>
                <a:gridCol w="414625">
                  <a:extLst>
                    <a:ext uri="{9D8B030D-6E8A-4147-A177-3AD203B41FA5}">
                      <a16:colId xmlns:a16="http://schemas.microsoft.com/office/drawing/2014/main" val="20000"/>
                    </a:ext>
                  </a:extLst>
                </a:gridCol>
                <a:gridCol w="6733613">
                  <a:extLst>
                    <a:ext uri="{9D8B030D-6E8A-4147-A177-3AD203B41FA5}">
                      <a16:colId xmlns:a16="http://schemas.microsoft.com/office/drawing/2014/main" val="20001"/>
                    </a:ext>
                  </a:extLst>
                </a:gridCol>
              </a:tblGrid>
              <a:tr h="350500">
                <a:tc>
                  <a:txBody>
                    <a:bodyPr/>
                    <a:lstStyle/>
                    <a:p>
                      <a:pPr marL="0" lvl="0" indent="0" algn="just" rtl="0">
                        <a:spcBef>
                          <a:spcPts val="0"/>
                        </a:spcBef>
                        <a:spcAft>
                          <a:spcPts val="0"/>
                        </a:spcAft>
                        <a:buNone/>
                      </a:pPr>
                      <a:r>
                        <a:rPr lang="vi-VN" sz="1100" b="1">
                          <a:solidFill>
                            <a:schemeClr val="dk1"/>
                          </a:solidFill>
                          <a:latin typeface="Oswald" pitchFamily="2" charset="0"/>
                          <a:ea typeface="Karla"/>
                          <a:cs typeface="Times New Roman" panose="02020603050405020304" pitchFamily="18" charset="0"/>
                          <a:sym typeface="Karla"/>
                        </a:rPr>
                        <a:t>STT</a:t>
                      </a:r>
                      <a:endParaRPr sz="1100" b="1">
                        <a:solidFill>
                          <a:schemeClr val="dk1"/>
                        </a:solidFill>
                        <a:latin typeface="Oswald" pitchFamily="2" charset="0"/>
                        <a:ea typeface="Karla"/>
                        <a:cs typeface="Times New Roman" panose="02020603050405020304" pitchFamily="18" charset="0"/>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vi-VN" sz="1100" b="1">
                          <a:solidFill>
                            <a:schemeClr val="hlink"/>
                          </a:solidFill>
                          <a:uFill>
                            <a:noFill/>
                          </a:uFill>
                          <a:latin typeface="Oswald" pitchFamily="2" charset="0"/>
                          <a:ea typeface="Karla"/>
                          <a:cs typeface="Times New Roman" panose="02020603050405020304" pitchFamily="18" charset="0"/>
                          <a:sym typeface="Karla"/>
                        </a:rPr>
                        <a:t>MỤC LỤC</a:t>
                      </a:r>
                      <a:endParaRPr lang="vi-VN" sz="1100" b="1">
                        <a:solidFill>
                          <a:schemeClr val="dk1"/>
                        </a:solidFill>
                        <a:latin typeface="Oswald" pitchFamily="2" charset="0"/>
                        <a:ea typeface="Karla"/>
                        <a:cs typeface="Times New Roman" panose="02020603050405020304" pitchFamily="18" charset="0"/>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0500">
                <a:tc>
                  <a:txBody>
                    <a:bodyPr/>
                    <a:lstStyle/>
                    <a:p>
                      <a:pPr marL="0" lvl="0" indent="0" algn="just" rtl="0">
                        <a:spcBef>
                          <a:spcPts val="0"/>
                        </a:spcBef>
                        <a:spcAft>
                          <a:spcPts val="0"/>
                        </a:spcAft>
                        <a:buNone/>
                      </a:pPr>
                      <a:r>
                        <a:rPr lang="en" sz="1100" b="1">
                          <a:solidFill>
                            <a:schemeClr val="hlink"/>
                          </a:solidFill>
                          <a:uFill>
                            <a:noFill/>
                          </a:uFill>
                          <a:latin typeface="Oswald" pitchFamily="2" charset="0"/>
                          <a:ea typeface="Karla"/>
                          <a:cs typeface="Karla"/>
                          <a:sym typeface="Karla"/>
                        </a:rPr>
                        <a:t>1.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en" sz="1100" b="1">
                          <a:solidFill>
                            <a:schemeClr val="hlink"/>
                          </a:solidFill>
                          <a:uFill>
                            <a:noFill/>
                          </a:uFill>
                          <a:latin typeface="Oswald" pitchFamily="2" charset="0"/>
                          <a:ea typeface="Karla"/>
                          <a:cs typeface="Karla"/>
                          <a:sym typeface="Karla"/>
                        </a:rPr>
                        <a:t>GIỚI THIỆU ĐỀ TÀI </a:t>
                      </a:r>
                      <a:endParaRPr sz="1100">
                        <a:solidFill>
                          <a:schemeClr val="dk1"/>
                        </a:solidFill>
                        <a:latin typeface="Oswald Light"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6633">
                <a:tc>
                  <a:txBody>
                    <a:bodyPr/>
                    <a:lstStyle/>
                    <a:p>
                      <a:pPr marL="0" lvl="0" indent="0" algn="just" rtl="0">
                        <a:spcBef>
                          <a:spcPts val="0"/>
                        </a:spcBef>
                        <a:spcAft>
                          <a:spcPts val="0"/>
                        </a:spcAft>
                        <a:buNone/>
                      </a:pPr>
                      <a:r>
                        <a:rPr lang="en" sz="1100" b="1">
                          <a:solidFill>
                            <a:schemeClr val="hlink"/>
                          </a:solidFill>
                          <a:uFill>
                            <a:noFill/>
                          </a:uFill>
                          <a:latin typeface="Oswald" pitchFamily="2" charset="0"/>
                          <a:ea typeface="Karla"/>
                          <a:cs typeface="Karla"/>
                          <a:sym typeface="Karla"/>
                        </a:rPr>
                        <a:t>2.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vi-VN" sz="1100" b="1">
                          <a:solidFill>
                            <a:schemeClr val="hlink"/>
                          </a:solidFill>
                          <a:uFill>
                            <a:noFill/>
                          </a:uFill>
                          <a:latin typeface="Oswald" pitchFamily="2" charset="0"/>
                          <a:ea typeface="Karla"/>
                          <a:cs typeface="Karla"/>
                          <a:sym typeface="Karla"/>
                        </a:rPr>
                        <a:t>PHÂN TÍCH BÀI TOÁN</a:t>
                      </a:r>
                      <a:endParaRPr sz="1100">
                        <a:solidFill>
                          <a:schemeClr val="dk1"/>
                        </a:solidFill>
                        <a:latin typeface="Oswald Light"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0500">
                <a:tc>
                  <a:txBody>
                    <a:bodyPr/>
                    <a:lstStyle/>
                    <a:p>
                      <a:pPr marL="0" lvl="0" indent="0" algn="just" rtl="0">
                        <a:spcBef>
                          <a:spcPts val="0"/>
                        </a:spcBef>
                        <a:spcAft>
                          <a:spcPts val="0"/>
                        </a:spcAft>
                        <a:buNone/>
                      </a:pPr>
                      <a:r>
                        <a:rPr lang="en" sz="1100" b="1">
                          <a:solidFill>
                            <a:schemeClr val="hlink"/>
                          </a:solidFill>
                          <a:uFill>
                            <a:noFill/>
                          </a:uFill>
                          <a:latin typeface="Oswald" pitchFamily="2" charset="0"/>
                          <a:ea typeface="Karla"/>
                          <a:cs typeface="Karla"/>
                          <a:sym typeface="Karla"/>
                        </a:rPr>
                        <a:t>3.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vi-VN" sz="1100" b="1">
                          <a:solidFill>
                            <a:schemeClr val="hlink"/>
                          </a:solidFill>
                          <a:uFill>
                            <a:noFill/>
                          </a:uFill>
                          <a:latin typeface="Oswald" pitchFamily="2" charset="0"/>
                          <a:ea typeface="Karla"/>
                          <a:cs typeface="Karla"/>
                          <a:sym typeface="Karla"/>
                        </a:rPr>
                        <a:t>THIẾT KẾ HỆ THỐNG</a:t>
                      </a:r>
                      <a:endParaRPr sz="1100">
                        <a:solidFill>
                          <a:schemeClr val="dk1"/>
                        </a:solidFill>
                        <a:latin typeface="Oswald Light"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50500">
                <a:tc>
                  <a:txBody>
                    <a:bodyPr/>
                    <a:lstStyle/>
                    <a:p>
                      <a:pPr marL="0" lvl="0" indent="0" algn="just" rtl="0">
                        <a:spcBef>
                          <a:spcPts val="0"/>
                        </a:spcBef>
                        <a:spcAft>
                          <a:spcPts val="0"/>
                        </a:spcAft>
                        <a:buNone/>
                      </a:pPr>
                      <a:r>
                        <a:rPr lang="en-US" sz="1100" b="1">
                          <a:solidFill>
                            <a:schemeClr val="dk1"/>
                          </a:solidFill>
                          <a:latin typeface="Oswald" pitchFamily="2" charset="0"/>
                          <a:ea typeface="Karla"/>
                          <a:cs typeface="Karla"/>
                          <a:sym typeface="Karla"/>
                        </a:rPr>
                        <a:t>4.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b="1">
                          <a:solidFill>
                            <a:schemeClr val="dk1"/>
                          </a:solidFill>
                          <a:latin typeface="Oswald" pitchFamily="2" charset="0"/>
                          <a:ea typeface="Karla"/>
                          <a:cs typeface="Karla"/>
                          <a:sym typeface="Karla"/>
                        </a:rPr>
                        <a:t>SƠ ĐỒ</a:t>
                      </a:r>
                      <a:endParaRPr lang="en-US" sz="1100">
                        <a:solidFill>
                          <a:schemeClr val="dk1"/>
                        </a:solidFill>
                        <a:latin typeface="Oswald Light" pitchFamily="2" charset="0"/>
                        <a:ea typeface="Karla"/>
                        <a:cs typeface="Karla"/>
                        <a:sym typeface="Karla"/>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903476815"/>
                  </a:ext>
                </a:extLst>
              </a:tr>
              <a:tr h="350500">
                <a:tc>
                  <a:txBody>
                    <a:bodyPr/>
                    <a:lstStyle/>
                    <a:p>
                      <a:pPr marL="0" lvl="0" indent="0" algn="just" rtl="0">
                        <a:spcBef>
                          <a:spcPts val="0"/>
                        </a:spcBef>
                        <a:spcAft>
                          <a:spcPts val="0"/>
                        </a:spcAft>
                        <a:buNone/>
                      </a:pPr>
                      <a:r>
                        <a:rPr lang="en-US" sz="1100" b="1">
                          <a:solidFill>
                            <a:schemeClr val="dk1"/>
                          </a:solidFill>
                          <a:latin typeface="Oswald" pitchFamily="2" charset="0"/>
                          <a:ea typeface="Karla"/>
                          <a:cs typeface="Karla"/>
                          <a:sym typeface="Karla"/>
                        </a:rPr>
                        <a:t>5.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b="1">
                          <a:solidFill>
                            <a:schemeClr val="dk1"/>
                          </a:solidFill>
                          <a:latin typeface="Oswald" pitchFamily="2" charset="0"/>
                          <a:ea typeface="Karla"/>
                          <a:cs typeface="Karla"/>
                          <a:sym typeface="Karla"/>
                        </a:rPr>
                        <a:t>CÀI ĐẶT CHƯƠNG TRÌNH</a:t>
                      </a:r>
                      <a:endParaRPr lang="en-US" sz="1100">
                        <a:solidFill>
                          <a:schemeClr val="dk1"/>
                        </a:solidFill>
                        <a:latin typeface="Oswald Light" pitchFamily="2" charset="0"/>
                        <a:ea typeface="Karla"/>
                        <a:cs typeface="Karla"/>
                        <a:sym typeface="Karla"/>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101739838"/>
                  </a:ext>
                </a:extLst>
              </a:tr>
              <a:tr h="350500">
                <a:tc>
                  <a:txBody>
                    <a:bodyPr/>
                    <a:lstStyle/>
                    <a:p>
                      <a:pPr marL="0" lvl="0" indent="0" algn="just" rtl="0">
                        <a:spcBef>
                          <a:spcPts val="0"/>
                        </a:spcBef>
                        <a:spcAft>
                          <a:spcPts val="0"/>
                        </a:spcAft>
                        <a:buNone/>
                      </a:pPr>
                      <a:r>
                        <a:rPr lang="en-US" sz="1100" b="1">
                          <a:solidFill>
                            <a:schemeClr val="dk1"/>
                          </a:solidFill>
                          <a:latin typeface="Oswald" pitchFamily="2" charset="0"/>
                          <a:ea typeface="Karla"/>
                          <a:cs typeface="Karla"/>
                          <a:sym typeface="Karla"/>
                        </a:rPr>
                        <a:t>6.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b="1">
                          <a:solidFill>
                            <a:schemeClr val="dk1"/>
                          </a:solidFill>
                          <a:latin typeface="Oswald" pitchFamily="2" charset="0"/>
                          <a:ea typeface="Karla"/>
                          <a:cs typeface="Karla"/>
                          <a:sym typeface="Karla"/>
                        </a:rPr>
                        <a:t>GIAO DIỆN</a:t>
                      </a:r>
                      <a:endParaRPr lang="en-US" sz="1100">
                        <a:solidFill>
                          <a:schemeClr val="dk1"/>
                        </a:solidFill>
                        <a:latin typeface="Oswald Light" pitchFamily="2" charset="0"/>
                        <a:ea typeface="Karla"/>
                        <a:cs typeface="Karla"/>
                        <a:sym typeface="Karla"/>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347755713"/>
                  </a:ext>
                </a:extLst>
              </a:tr>
              <a:tr h="350500">
                <a:tc>
                  <a:txBody>
                    <a:bodyPr/>
                    <a:lstStyle/>
                    <a:p>
                      <a:pPr marL="0" lvl="0" indent="0" algn="just" rtl="0">
                        <a:spcBef>
                          <a:spcPts val="0"/>
                        </a:spcBef>
                        <a:spcAft>
                          <a:spcPts val="0"/>
                        </a:spcAft>
                        <a:buNone/>
                      </a:pPr>
                      <a:r>
                        <a:rPr lang="en-US" sz="1100" b="1">
                          <a:solidFill>
                            <a:schemeClr val="dk1"/>
                          </a:solidFill>
                          <a:latin typeface="Oswald" pitchFamily="2" charset="0"/>
                          <a:ea typeface="Karla"/>
                          <a:cs typeface="Karla"/>
                          <a:sym typeface="Karla"/>
                        </a:rPr>
                        <a:t>7. </a:t>
                      </a:r>
                      <a:endParaRPr sz="1100" b="1">
                        <a:solidFill>
                          <a:schemeClr val="dk1"/>
                        </a:solidFill>
                        <a:latin typeface="Oswald" pitchFamily="2" charset="0"/>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b="1">
                          <a:solidFill>
                            <a:schemeClr val="dk1"/>
                          </a:solidFill>
                          <a:latin typeface="Oswald" pitchFamily="2" charset="0"/>
                          <a:ea typeface="Karla"/>
                          <a:cs typeface="Karla"/>
                          <a:sym typeface="Karla"/>
                        </a:rPr>
                        <a:t>TỔNG KẾT</a:t>
                      </a:r>
                      <a:endParaRPr lang="en-US" sz="1100">
                        <a:solidFill>
                          <a:schemeClr val="dk1"/>
                        </a:solidFill>
                        <a:latin typeface="Oswald Light" pitchFamily="2" charset="0"/>
                        <a:ea typeface="Karla"/>
                        <a:cs typeface="Karla"/>
                        <a:sym typeface="Karla"/>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732196743"/>
                  </a:ext>
                </a:extLst>
              </a:tr>
            </a:tbl>
          </a:graphicData>
        </a:graphic>
      </p:graphicFrame>
      <p:sp>
        <p:nvSpPr>
          <p:cNvPr id="472" name="Google Shape;472;p30"/>
          <p:cNvSpPr/>
          <p:nvPr/>
        </p:nvSpPr>
        <p:spPr>
          <a:xfrm>
            <a:off x="990312" y="1075450"/>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757972" y="926798"/>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a:off x="7971692" y="99200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551;p32">
            <a:extLst>
              <a:ext uri="{FF2B5EF4-FFF2-40B4-BE49-F238E27FC236}">
                <a16:creationId xmlns:a16="http://schemas.microsoft.com/office/drawing/2014/main" id="{15547B95-9F84-4D6A-7D38-06F3D117669F}"/>
              </a:ext>
            </a:extLst>
          </p:cNvPr>
          <p:cNvSpPr txBox="1">
            <a:spLocks/>
          </p:cNvSpPr>
          <p:nvPr/>
        </p:nvSpPr>
        <p:spPr>
          <a:xfrm>
            <a:off x="-3938189" y="1265969"/>
            <a:ext cx="3535986" cy="13057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Char char="●"/>
              <a:defRPr sz="11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Char char="■"/>
              <a:defRPr sz="1400" b="0" i="0" u="none" strike="noStrike" cap="none">
                <a:solidFill>
                  <a:schemeClr val="dk1"/>
                </a:solidFill>
                <a:latin typeface="Karla"/>
                <a:ea typeface="Karla"/>
                <a:cs typeface="Karla"/>
                <a:sym typeface="Karla"/>
              </a:defRPr>
            </a:lvl9pPr>
          </a:lstStyle>
          <a:p>
            <a:pPr marL="0" indent="0" algn="just">
              <a:spcAft>
                <a:spcPts val="600"/>
              </a:spcAft>
              <a:buFont typeface="Karla"/>
              <a:buNone/>
            </a:pPr>
            <a:r>
              <a:rPr lang="en-US" sz="300">
                <a:latin typeface="Oswald Light" pitchFamily="2" charset="0"/>
                <a:ea typeface="Inter Tight Light" pitchFamily="2" charset="0"/>
                <a:cs typeface="Inter Tight Light" pitchFamily="2" charset="0"/>
              </a:rPr>
              <a:t>       </a:t>
            </a:r>
            <a:r>
              <a:rPr lang="vi-VN" sz="300">
                <a:latin typeface="Oswald Light" pitchFamily="2" charset="0"/>
                <a:ea typeface="Inter Tight Light" pitchFamily="2" charset="0"/>
                <a:cs typeface="Inter Tight Light" pitchFamily="2" charset="0"/>
              </a:rPr>
              <a:t>Thị trường điện thoại di động ngày càng sôi động và phát triển với hàng loạt các sản phẩm đa dạng, mang lại cho người dùng nhiều lựa chọn phù hợp với nhu cầu và sở thích của từng cá nhân. Để đáp ứng nhu cầu quản lý hiệu quả các hoạt động nhập, xuất, tồn kho, đổi trả và bảo hành của sản phẩm điện thoại, việc xây dựng một hệ thống quản lý kho hàng điện thoại thông minh theo mã IMEI chuyên nghiệp trở thành điều không thể thiếu đối với các công ty và cửa hàng kinh doanh.</a:t>
            </a:r>
          </a:p>
        </p:txBody>
      </p:sp>
      <p:pic>
        <p:nvPicPr>
          <p:cNvPr id="3" name="Picture 2" descr="Icon&#10;&#10;Description automatically generated">
            <a:extLst>
              <a:ext uri="{FF2B5EF4-FFF2-40B4-BE49-F238E27FC236}">
                <a16:creationId xmlns:a16="http://schemas.microsoft.com/office/drawing/2014/main" id="{423122A5-3ECE-79A4-F129-ECE3DF938C28}"/>
              </a:ext>
            </a:extLst>
          </p:cNvPr>
          <p:cNvPicPr>
            <a:picLocks noChangeAspect="1"/>
          </p:cNvPicPr>
          <p:nvPr/>
        </p:nvPicPr>
        <p:blipFill>
          <a:blip r:embed="rId3"/>
          <a:stretch>
            <a:fillRect/>
          </a:stretch>
        </p:blipFill>
        <p:spPr>
          <a:xfrm>
            <a:off x="10013668" y="926798"/>
            <a:ext cx="612528" cy="612528"/>
          </a:xfrm>
          <a:prstGeom prst="rect">
            <a:avLst/>
          </a:prstGeom>
        </p:spPr>
      </p:pic>
      <p:sp>
        <p:nvSpPr>
          <p:cNvPr id="4" name="TextBox 3">
            <a:extLst>
              <a:ext uri="{FF2B5EF4-FFF2-40B4-BE49-F238E27FC236}">
                <a16:creationId xmlns:a16="http://schemas.microsoft.com/office/drawing/2014/main" id="{F8237675-C584-25D5-57A7-C613212A4098}"/>
              </a:ext>
            </a:extLst>
          </p:cNvPr>
          <p:cNvSpPr txBox="1"/>
          <p:nvPr/>
        </p:nvSpPr>
        <p:spPr>
          <a:xfrm>
            <a:off x="1754688" y="6833569"/>
            <a:ext cx="5278522" cy="184666"/>
          </a:xfrm>
          <a:prstGeom prst="rect">
            <a:avLst/>
          </a:prstGeom>
          <a:noFill/>
        </p:spPr>
        <p:txBody>
          <a:bodyPr wrap="square">
            <a:spAutoFit/>
          </a:bodyPr>
          <a:lstStyle/>
          <a:p>
            <a:pPr marL="0" lvl="0" indent="0" algn="just" rtl="0">
              <a:spcBef>
                <a:spcPts val="0"/>
              </a:spcBef>
              <a:spcAft>
                <a:spcPts val="600"/>
              </a:spcAft>
              <a:buNone/>
            </a:pPr>
            <a:r>
              <a:rPr lang="en-US" sz="300">
                <a:latin typeface="Oswald Light" pitchFamily="2" charset="0"/>
                <a:ea typeface="Inter Tight Light" pitchFamily="2" charset="0"/>
                <a:cs typeface="Inter Tight Light" pitchFamily="2" charset="0"/>
              </a:rPr>
              <a:t>       </a:t>
            </a:r>
            <a:r>
              <a:rPr lang="vi-VN" sz="300">
                <a:latin typeface="Oswald Light" pitchFamily="2" charset="0"/>
                <a:ea typeface="Inter Tight Light" pitchFamily="2" charset="0"/>
                <a:cs typeface="Inter Tight Light" pitchFamily="2" charset="0"/>
              </a:rPr>
              <a:t>Việc chọn đề tài này còn xuất phát từ nhu cầu thực tế của doanh nghiệp, đặc biệt là các cửa hàng bán lẻ, khi việc quản lý kho hàng chưa được tự động hóa đầy đủ, dẫn đến các vấn đề như sai sót trong quá trình nhập, xuất hàng, gian lận, hoặc khó khăn trong việc theo dõi lịch sử giao dịch. Hệ thống quản lý kho hàng điện thoại thông minh sẽ hỗ trợ doanh nghiệp giải quyết những khó khăn này một cách hiệu quả, đồng thời giúp nâng cao năng suất kinh doanh và chất lượng dịch vụ đối với khách hàng.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41"/>
          <p:cNvSpPr txBox="1">
            <a:spLocks noGrp="1"/>
          </p:cNvSpPr>
          <p:nvPr>
            <p:ph type="title"/>
          </p:nvPr>
        </p:nvSpPr>
        <p:spPr>
          <a:xfrm>
            <a:off x="732200" y="678201"/>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Oswald" pitchFamily="2" charset="0"/>
                <a:ea typeface="Inter Tight Light" pitchFamily="2" charset="0"/>
                <a:cs typeface="Inter Tight Light" pitchFamily="2" charset="0"/>
              </a:rPr>
              <a:t>Bảng phân công công việc</a:t>
            </a:r>
            <a:endParaRPr>
              <a:latin typeface="Oswald" pitchFamily="2" charset="0"/>
            </a:endParaRPr>
          </a:p>
        </p:txBody>
      </p:sp>
      <p:graphicFrame>
        <p:nvGraphicFramePr>
          <p:cNvPr id="881" name="Google Shape;881;p41"/>
          <p:cNvGraphicFramePr/>
          <p:nvPr>
            <p:extLst>
              <p:ext uri="{D42A27DB-BD31-4B8C-83A1-F6EECF244321}">
                <p14:modId xmlns:p14="http://schemas.microsoft.com/office/powerpoint/2010/main" val="2355797807"/>
              </p:ext>
            </p:extLst>
          </p:nvPr>
        </p:nvGraphicFramePr>
        <p:xfrm>
          <a:off x="474350" y="1308795"/>
          <a:ext cx="8195300" cy="3549391"/>
        </p:xfrm>
        <a:graphic>
          <a:graphicData uri="http://schemas.openxmlformats.org/drawingml/2006/table">
            <a:tbl>
              <a:tblPr>
                <a:noFill/>
                <a:tableStyleId>{562E1A82-3AC4-4348-A35F-1EB8413DC666}</a:tableStyleId>
              </a:tblPr>
              <a:tblGrid>
                <a:gridCol w="560062">
                  <a:extLst>
                    <a:ext uri="{9D8B030D-6E8A-4147-A177-3AD203B41FA5}">
                      <a16:colId xmlns:a16="http://schemas.microsoft.com/office/drawing/2014/main" val="3385575187"/>
                    </a:ext>
                  </a:extLst>
                </a:gridCol>
                <a:gridCol w="1741445">
                  <a:extLst>
                    <a:ext uri="{9D8B030D-6E8A-4147-A177-3AD203B41FA5}">
                      <a16:colId xmlns:a16="http://schemas.microsoft.com/office/drawing/2014/main" val="20000"/>
                    </a:ext>
                  </a:extLst>
                </a:gridCol>
                <a:gridCol w="5192753">
                  <a:extLst>
                    <a:ext uri="{9D8B030D-6E8A-4147-A177-3AD203B41FA5}">
                      <a16:colId xmlns:a16="http://schemas.microsoft.com/office/drawing/2014/main" val="20001"/>
                    </a:ext>
                  </a:extLst>
                </a:gridCol>
                <a:gridCol w="701040">
                  <a:extLst>
                    <a:ext uri="{9D8B030D-6E8A-4147-A177-3AD203B41FA5}">
                      <a16:colId xmlns:a16="http://schemas.microsoft.com/office/drawing/2014/main" val="20002"/>
                    </a:ext>
                  </a:extLst>
                </a:gridCol>
              </a:tblGrid>
              <a:tr h="330153">
                <a:tc>
                  <a:txBody>
                    <a:bodyPr/>
                    <a:lstStyle/>
                    <a:p>
                      <a:pPr marL="0" lvl="0" indent="0" algn="just" rtl="0">
                        <a:spcBef>
                          <a:spcPts val="0"/>
                        </a:spcBef>
                        <a:spcAft>
                          <a:spcPts val="0"/>
                        </a:spcAft>
                        <a:buNone/>
                      </a:pPr>
                      <a:r>
                        <a:rPr lang="en-US" b="1">
                          <a:solidFill>
                            <a:schemeClr val="dk1"/>
                          </a:solidFill>
                          <a:latin typeface="Oswald Light" pitchFamily="2" charset="0"/>
                          <a:ea typeface="Karla"/>
                          <a:cs typeface="Karla"/>
                          <a:sym typeface="Karla"/>
                        </a:rPr>
                        <a:t>STT</a:t>
                      </a:r>
                      <a:endParaRPr b="1">
                        <a:solidFill>
                          <a:schemeClr val="dk1"/>
                        </a:solidFill>
                        <a:latin typeface="Oswald Light" pitchFamily="2" charset="0"/>
                        <a:ea typeface="Karla"/>
                        <a:cs typeface="Karla"/>
                        <a:sym typeface="Karla"/>
                      </a:endParaRPr>
                    </a:p>
                  </a:txBody>
                  <a:tcPr marL="91425" marR="91425" marT="68575" marB="68575" anchor="ctr">
                    <a:lnL w="28575" cap="flat" cmpd="sng">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b="1">
                          <a:effectLst/>
                          <a:latin typeface="Oswald Light" pitchFamily="2" charset="0"/>
                          <a:ea typeface="Times New Roman" panose="02020603050405020304" pitchFamily="18" charset="0"/>
                        </a:rPr>
                        <a:t>Họ và tên</a:t>
                      </a:r>
                      <a:endParaRPr lang="en-US" sz="1100">
                        <a:effectLst/>
                        <a:latin typeface="Oswald Light" pitchFamily="2" charset="0"/>
                        <a:ea typeface="Calibri" panose="020F0502020204030204" pitchFamily="34" charset="0"/>
                      </a:endParaRPr>
                    </a:p>
                  </a:txBody>
                  <a:tcPr marL="68580" marR="68580" marT="0" marB="0">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b="1">
                          <a:effectLst/>
                          <a:latin typeface="Oswald Light" pitchFamily="2" charset="0"/>
                          <a:ea typeface="Times New Roman" panose="02020603050405020304" pitchFamily="18" charset="0"/>
                        </a:rPr>
                        <a:t>Công việc</a:t>
                      </a:r>
                      <a:endParaRPr lang="en-US" sz="1100">
                        <a:effectLst/>
                        <a:latin typeface="Oswald Light" pitchFamily="2" charset="0"/>
                        <a:ea typeface="Calibri" panose="020F0502020204030204" pitchFamily="34" charset="0"/>
                      </a:endParaRPr>
                    </a:p>
                  </a:txBody>
                  <a:tcPr marL="68580" marR="68580" marT="0" marB="0">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b="1">
                          <a:effectLst/>
                          <a:latin typeface="Oswald Light" pitchFamily="2" charset="0"/>
                          <a:ea typeface="Times New Roman" panose="02020603050405020304" pitchFamily="18" charset="0"/>
                        </a:rPr>
                        <a:t>Ghi chú</a:t>
                      </a:r>
                      <a:endParaRPr lang="en-US" sz="1100">
                        <a:effectLst/>
                        <a:latin typeface="Oswald Light" pitchFamily="2" charset="0"/>
                        <a:ea typeface="Calibri" panose="020F0502020204030204" pitchFamily="34" charset="0"/>
                      </a:endParaRPr>
                    </a:p>
                  </a:txBody>
                  <a:tcPr marL="68580" marR="68580" marT="0" marB="0">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4179237609"/>
                  </a:ext>
                </a:extLst>
              </a:tr>
              <a:tr h="665185">
                <a:tc>
                  <a:txBody>
                    <a:bodyPr/>
                    <a:lstStyle/>
                    <a:p>
                      <a:pPr marL="0" lvl="0" indent="0" algn="just" rtl="0">
                        <a:spcBef>
                          <a:spcPts val="0"/>
                        </a:spcBef>
                        <a:spcAft>
                          <a:spcPts val="0"/>
                        </a:spcAft>
                        <a:buNone/>
                      </a:pPr>
                      <a:r>
                        <a:rPr lang="en-US" b="1">
                          <a:solidFill>
                            <a:schemeClr val="dk1"/>
                          </a:solidFill>
                          <a:latin typeface="Oswald Light" pitchFamily="2" charset="0"/>
                          <a:ea typeface="Karla"/>
                          <a:cs typeface="Karla"/>
                          <a:sym typeface="Karla"/>
                        </a:rPr>
                        <a:t>1</a:t>
                      </a:r>
                      <a:endParaRPr b="1">
                        <a:solidFill>
                          <a:schemeClr val="dk1"/>
                        </a:solidFill>
                        <a:latin typeface="Oswald Light" pitchFamily="2" charset="0"/>
                        <a:ea typeface="Karla"/>
                        <a:cs typeface="Karla"/>
                        <a:sym typeface="Karla"/>
                      </a:endParaRPr>
                    </a:p>
                  </a:txBody>
                  <a:tcPr marL="91425" marR="91425" marT="68575" marB="68575" anchor="ctr">
                    <a:lnL w="28575" cap="flat" cmpd="sng">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b="1">
                          <a:effectLst/>
                          <a:latin typeface="Oswald Light" pitchFamily="2" charset="0"/>
                          <a:ea typeface="Times New Roman" panose="02020603050405020304" pitchFamily="18" charset="0"/>
                        </a:rPr>
                        <a:t>Hoàng Kiều Phong </a:t>
                      </a:r>
                      <a:endParaRPr lang="en-US" sz="1100" b="1">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a:effectLst/>
                          <a:latin typeface="Oswald Light" pitchFamily="2" charset="0"/>
                          <a:ea typeface="Times New Roman" panose="02020603050405020304" pitchFamily="18" charset="0"/>
                        </a:rPr>
                        <a:t>Thiết kế giao diện chính của ứng dụng, xây dựng chức năng tìm kiếm phim, tích hợp API AniList để lấy dữ liệu phim.</a:t>
                      </a:r>
                    </a:p>
                  </a:txBody>
                  <a:tcPr marL="68580" marR="68580" marT="0" marB="0" anchor="ctr">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endParaRPr>
                        <a:solidFill>
                          <a:schemeClr val="dk1"/>
                        </a:solidFill>
                        <a:latin typeface="Oswald Light" pitchFamily="2" charset="0"/>
                        <a:ea typeface="Karla"/>
                        <a:cs typeface="Karla"/>
                        <a:sym typeface="Karla"/>
                      </a:endParaRPr>
                    </a:p>
                  </a:txBody>
                  <a:tcPr marL="91425" marR="91425" marT="68575" marB="68575"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3259324115"/>
                  </a:ext>
                </a:extLst>
              </a:tr>
              <a:tr h="665185">
                <a:tc>
                  <a:txBody>
                    <a:bodyPr/>
                    <a:lstStyle/>
                    <a:p>
                      <a:pPr marL="0" lvl="0" indent="0" algn="just" rtl="0">
                        <a:spcBef>
                          <a:spcPts val="0"/>
                        </a:spcBef>
                        <a:spcAft>
                          <a:spcPts val="0"/>
                        </a:spcAft>
                        <a:buNone/>
                      </a:pPr>
                      <a:r>
                        <a:rPr lang="en-US" b="1">
                          <a:solidFill>
                            <a:schemeClr val="dk1"/>
                          </a:solidFill>
                          <a:latin typeface="Oswald Light" pitchFamily="2" charset="0"/>
                          <a:ea typeface="Karla"/>
                          <a:cs typeface="Karla"/>
                          <a:sym typeface="Karla"/>
                        </a:rPr>
                        <a:t>2</a:t>
                      </a:r>
                      <a:endParaRPr b="1">
                        <a:solidFill>
                          <a:schemeClr val="dk1"/>
                        </a:solidFill>
                        <a:latin typeface="Oswald Light" pitchFamily="2" charset="0"/>
                        <a:ea typeface="Karla"/>
                        <a:cs typeface="Karla"/>
                        <a:sym typeface="Karla"/>
                      </a:endParaRPr>
                    </a:p>
                  </a:txBody>
                  <a:tcPr marL="91425" marR="91425" marT="68575" marB="68575" anchor="ctr">
                    <a:lnL w="28575" cap="flat" cmpd="sng">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b="1">
                          <a:effectLst/>
                          <a:latin typeface="Oswald Light" pitchFamily="2" charset="0"/>
                          <a:ea typeface="Times New Roman" panose="02020603050405020304" pitchFamily="18" charset="0"/>
                        </a:rPr>
                        <a:t>Nguyễn Văn Khánh </a:t>
                      </a:r>
                      <a:endParaRPr lang="en-US" sz="1100" b="1">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vi-VN" sz="1400">
                          <a:effectLst/>
                          <a:latin typeface="Oswald Light" pitchFamily="2" charset="0"/>
                          <a:ea typeface="Times New Roman" panose="02020603050405020304" pitchFamily="18" charset="0"/>
                        </a:rPr>
                        <a:t>Phát triển chức năng hiển thị danh sách bộ phim, xây dựng RecyclerView và Adapter để hiển thị dữ liệu phim.</a:t>
                      </a:r>
                      <a:endParaRPr lang="en-US" sz="1100">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endParaRPr>
                        <a:solidFill>
                          <a:schemeClr val="dk1"/>
                        </a:solidFill>
                        <a:latin typeface="Oswald Light" pitchFamily="2" charset="0"/>
                        <a:ea typeface="Karla"/>
                        <a:cs typeface="Karla"/>
                        <a:sym typeface="Karla"/>
                      </a:endParaRPr>
                    </a:p>
                  </a:txBody>
                  <a:tcPr marL="91425" marR="91425" marT="68575" marB="68575"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66720">
                <a:tc>
                  <a:txBody>
                    <a:bodyPr/>
                    <a:lstStyle/>
                    <a:p>
                      <a:pPr marL="0" lvl="0" indent="0" algn="just" rtl="0">
                        <a:spcBef>
                          <a:spcPts val="0"/>
                        </a:spcBef>
                        <a:spcAft>
                          <a:spcPts val="0"/>
                        </a:spcAft>
                        <a:buNone/>
                      </a:pPr>
                      <a:r>
                        <a:rPr lang="en-US" b="1">
                          <a:solidFill>
                            <a:schemeClr val="dk1"/>
                          </a:solidFill>
                          <a:latin typeface="Oswald Light" pitchFamily="2" charset="0"/>
                          <a:ea typeface="Karla"/>
                          <a:cs typeface="Karla"/>
                          <a:sym typeface="Karla"/>
                        </a:rPr>
                        <a:t>3</a:t>
                      </a:r>
                      <a:endParaRPr b="1">
                        <a:solidFill>
                          <a:schemeClr val="dk1"/>
                        </a:solidFill>
                        <a:latin typeface="Oswald Light" pitchFamily="2" charset="0"/>
                        <a:ea typeface="Karla"/>
                        <a:cs typeface="Karla"/>
                        <a:sym typeface="Karla"/>
                      </a:endParaRPr>
                    </a:p>
                  </a:txBody>
                  <a:tcPr marL="91425" marR="91425" marT="68575" marB="68575" anchor="ctr">
                    <a:lnL w="28575" cap="flat" cmpd="sng">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en-US" sz="1400" b="1">
                          <a:effectLst/>
                          <a:latin typeface="Oswald Light" pitchFamily="2" charset="0"/>
                          <a:ea typeface="Times New Roman" panose="02020603050405020304" pitchFamily="18" charset="0"/>
                        </a:rPr>
                        <a:t>Nguyễn Quang Tuấn Anh </a:t>
                      </a:r>
                      <a:endParaRPr lang="en-US" sz="1100" b="1">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vi-VN" sz="1400">
                          <a:effectLst/>
                          <a:latin typeface="Oswald Light" pitchFamily="2" charset="0"/>
                          <a:ea typeface="Times New Roman" panose="02020603050405020304" pitchFamily="18" charset="0"/>
                        </a:rPr>
                        <a:t>Xây dựng chức năng phát trailer phim trực tiếp trong ứng dụng bằng thư viện YouTube Player và xử lý luồng phát video.</a:t>
                      </a:r>
                      <a:endParaRPr lang="en-US" sz="1100">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endParaRPr>
                        <a:solidFill>
                          <a:schemeClr val="dk1"/>
                        </a:solidFill>
                        <a:latin typeface="Oswald Light" pitchFamily="2" charset="0"/>
                        <a:ea typeface="Karla"/>
                        <a:cs typeface="Karla"/>
                        <a:sym typeface="Karla"/>
                      </a:endParaRPr>
                    </a:p>
                  </a:txBody>
                  <a:tcPr marL="91425" marR="91425" marT="68575" marB="68575"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66720">
                <a:tc>
                  <a:txBody>
                    <a:bodyPr/>
                    <a:lstStyle/>
                    <a:p>
                      <a:pPr marL="0" lvl="0" indent="0" algn="just" rtl="0">
                        <a:spcBef>
                          <a:spcPts val="0"/>
                        </a:spcBef>
                        <a:spcAft>
                          <a:spcPts val="0"/>
                        </a:spcAft>
                        <a:buNone/>
                      </a:pPr>
                      <a:r>
                        <a:rPr lang="en-US" b="1">
                          <a:solidFill>
                            <a:schemeClr val="dk1"/>
                          </a:solidFill>
                          <a:latin typeface="Oswald Light" pitchFamily="2" charset="0"/>
                          <a:ea typeface="Karla"/>
                          <a:cs typeface="Karla"/>
                          <a:sym typeface="Karla"/>
                        </a:rPr>
                        <a:t>4</a:t>
                      </a:r>
                      <a:endParaRPr b="1">
                        <a:solidFill>
                          <a:schemeClr val="dk1"/>
                        </a:solidFill>
                        <a:latin typeface="Oswald Light" pitchFamily="2" charset="0"/>
                        <a:ea typeface="Karla"/>
                        <a:cs typeface="Karla"/>
                        <a:sym typeface="Karla"/>
                      </a:endParaRPr>
                    </a:p>
                  </a:txBody>
                  <a:tcPr marL="91425" marR="91425" marT="68575" marB="68575" anchor="ctr">
                    <a:lnL w="28575" cap="flat" cmpd="sng">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vi-VN" sz="1400" b="1">
                          <a:effectLst/>
                          <a:latin typeface="Oswald Light" pitchFamily="2" charset="0"/>
                          <a:ea typeface="Times New Roman" panose="02020603050405020304" pitchFamily="18" charset="0"/>
                        </a:rPr>
                        <a:t>Nguyễn Ngọc Phước </a:t>
                      </a:r>
                      <a:endParaRPr lang="en-US" sz="1100" b="1">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vi-VN" sz="1400">
                          <a:effectLst/>
                          <a:latin typeface="Oswald Light" pitchFamily="2" charset="0"/>
                          <a:ea typeface="Times New Roman" panose="02020603050405020304" pitchFamily="18" charset="0"/>
                        </a:rPr>
                        <a:t>Thiết kế và triển khai hệ thống đăng nhập-đăng ký tài khoản bằng Firebase Authentication.</a:t>
                      </a:r>
                      <a:endParaRPr lang="en-US" sz="1100">
                        <a:effectLst/>
                        <a:latin typeface="Oswald Light" pitchFamily="2" charset="0"/>
                        <a:ea typeface="Calibri" panose="020F0502020204030204" pitchFamily="34" charset="0"/>
                      </a:endParaRPr>
                    </a:p>
                  </a:txBody>
                  <a:tcPr marL="68580" marR="68580" marT="0" marB="0"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endParaRPr>
                        <a:solidFill>
                          <a:schemeClr val="dk1"/>
                        </a:solidFill>
                        <a:latin typeface="Oswald Light" pitchFamily="2" charset="0"/>
                        <a:ea typeface="Karla"/>
                        <a:cs typeface="Karla"/>
                        <a:sym typeface="Karla"/>
                      </a:endParaRPr>
                    </a:p>
                  </a:txBody>
                  <a:tcPr marL="91425" marR="91425" marT="68575" marB="68575"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65185">
                <a:tc>
                  <a:txBody>
                    <a:bodyPr/>
                    <a:lstStyle/>
                    <a:p>
                      <a:pPr marL="0" lvl="0" indent="0" algn="just" rtl="0">
                        <a:spcBef>
                          <a:spcPts val="0"/>
                        </a:spcBef>
                        <a:spcAft>
                          <a:spcPts val="0"/>
                        </a:spcAft>
                        <a:buNone/>
                      </a:pPr>
                      <a:r>
                        <a:rPr lang="en-US" b="1">
                          <a:solidFill>
                            <a:schemeClr val="dk1"/>
                          </a:solidFill>
                          <a:latin typeface="Oswald Light" pitchFamily="2" charset="0"/>
                          <a:ea typeface="Karla"/>
                          <a:cs typeface="Karla"/>
                          <a:sym typeface="Karla"/>
                        </a:rPr>
                        <a:t>5</a:t>
                      </a:r>
                      <a:endParaRPr b="1">
                        <a:solidFill>
                          <a:schemeClr val="dk1"/>
                        </a:solidFill>
                        <a:latin typeface="Oswald Light" pitchFamily="2" charset="0"/>
                        <a:ea typeface="Karla"/>
                        <a:cs typeface="Karla"/>
                        <a:sym typeface="Karla"/>
                      </a:endParaRPr>
                    </a:p>
                  </a:txBody>
                  <a:tcPr marL="91425" marR="91425" marT="68575" marB="6857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vi-VN" sz="1400" b="1">
                          <a:effectLst/>
                          <a:latin typeface="Oswald Light" pitchFamily="2" charset="0"/>
                          <a:ea typeface="Times New Roman" panose="02020603050405020304" pitchFamily="18" charset="0"/>
                        </a:rPr>
                        <a:t>Dương Văn Quang </a:t>
                      </a:r>
                      <a:endParaRPr lang="en-US" sz="1100" b="1">
                        <a:effectLst/>
                        <a:latin typeface="Oswald Light" pitchFamily="2" charset="0"/>
                        <a:ea typeface="Calibri" panose="020F0502020204030204" pitchFamily="34" charset="0"/>
                      </a:endParaRPr>
                    </a:p>
                  </a:txBody>
                  <a:tcPr marL="91425" marR="91425" marT="68575" marB="68575" anchor="ctr">
                    <a:lnL w="28575" cap="flat" cmpd="sng" algn="ctr">
                      <a:solidFill>
                        <a:schemeClr val="dk1"/>
                      </a:solidFill>
                      <a:prstDash val="solid"/>
                      <a:round/>
                      <a:headEnd type="none" w="sm" len="sm"/>
                      <a:tailEnd type="none" w="sm" len="sm"/>
                    </a:lnL>
                    <a:lnR w="28575" cap="flat" cmpd="sng" algn="ctr">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algn="just">
                        <a:lnSpc>
                          <a:spcPct val="150000"/>
                        </a:lnSpc>
                        <a:spcBef>
                          <a:spcPts val="600"/>
                        </a:spcBef>
                        <a:spcAft>
                          <a:spcPts val="800"/>
                        </a:spcAft>
                      </a:pPr>
                      <a:r>
                        <a:rPr lang="vi-VN" sz="1400">
                          <a:effectLst/>
                          <a:latin typeface="Oswald Light" pitchFamily="2" charset="0"/>
                          <a:ea typeface="Times New Roman" panose="02020603050405020304" pitchFamily="18" charset="0"/>
                        </a:rPr>
                        <a:t>Xây dựng chức năng lưu phim yêu thích bằng Firebase Firestore và hỗ trợ kiểm thử hệ thống.</a:t>
                      </a:r>
                      <a:endParaRPr lang="en-US" sz="1100">
                        <a:effectLst/>
                        <a:latin typeface="Oswald Light" pitchFamily="2" charset="0"/>
                        <a:ea typeface="Calibri" panose="020F0502020204030204" pitchFamily="34" charset="0"/>
                      </a:endParaRPr>
                    </a:p>
                  </a:txBody>
                  <a:tcPr marL="68580" marR="68580" marT="0" marB="0"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lgn="ctr">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endParaRPr>
                        <a:solidFill>
                          <a:schemeClr val="dk1"/>
                        </a:solidFill>
                        <a:latin typeface="Oswald Light" pitchFamily="2" charset="0"/>
                        <a:ea typeface="Karla"/>
                        <a:cs typeface="Karla"/>
                        <a:sym typeface="Karla"/>
                      </a:endParaRPr>
                    </a:p>
                  </a:txBody>
                  <a:tcPr marL="91425" marR="91425" marT="68575" marB="68575" anchor="ctr">
                    <a:lnL w="28575" cap="flat" cmpd="sng" algn="ctr">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82" name="Google Shape;882;p41"/>
          <p:cNvSpPr/>
          <p:nvPr/>
        </p:nvSpPr>
        <p:spPr>
          <a:xfrm>
            <a:off x="7507683" y="114420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1"/>
          <p:cNvSpPr/>
          <p:nvPr/>
        </p:nvSpPr>
        <p:spPr>
          <a:xfrm>
            <a:off x="7971828" y="993377"/>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1"/>
          <p:cNvSpPr/>
          <p:nvPr/>
        </p:nvSpPr>
        <p:spPr>
          <a:xfrm>
            <a:off x="719989" y="106866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5020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50" y="679350"/>
            <a:ext cx="13683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46" name="Google Shape;546;p32"/>
          <p:cNvSpPr txBox="1">
            <a:spLocks noGrp="1"/>
          </p:cNvSpPr>
          <p:nvPr>
            <p:ph type="title"/>
          </p:nvPr>
        </p:nvSpPr>
        <p:spPr>
          <a:xfrm>
            <a:off x="1812294" y="2266802"/>
            <a:ext cx="5702391" cy="9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b="1">
                <a:solidFill>
                  <a:schemeClr val="hlink"/>
                </a:solidFill>
                <a:uFill>
                  <a:noFill/>
                </a:uFill>
                <a:latin typeface="Oswald" pitchFamily="2" charset="0"/>
                <a:ea typeface="Karla"/>
                <a:cs typeface="Karla"/>
                <a:sym typeface="Karla"/>
              </a:rPr>
              <a:t>GIỚI THIỆU ĐỀ TÀI</a:t>
            </a:r>
            <a:endParaRPr lang="en-US" sz="4800" b="1">
              <a:solidFill>
                <a:schemeClr val="dk1"/>
              </a:solidFill>
              <a:latin typeface="Oswald" pitchFamily="2" charset="0"/>
              <a:ea typeface="Karla"/>
              <a:cs typeface="Karla"/>
              <a:sym typeface="Karla"/>
            </a:endParaRPr>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65155" y="3825299"/>
            <a:ext cx="5068266" cy="61692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300">
                <a:latin typeface="Inter Tight Light" pitchFamily="2" charset="0"/>
                <a:ea typeface="Inter Tight Light" pitchFamily="2" charset="0"/>
                <a:cs typeface="Inter Tight Light" pitchFamily="2" charset="0"/>
              </a:rPr>
              <a:t>Gồm lý do chọn đề tài, mục tiêu, phạm vi đối tượng</a:t>
            </a: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05157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DECA1B0A-72FF-3D48-5C88-656DD4801F67}"/>
            </a:ext>
          </a:extLst>
        </p:cNvPr>
        <p:cNvGrpSpPr/>
        <p:nvPr/>
      </p:nvGrpSpPr>
      <p:grpSpPr>
        <a:xfrm>
          <a:off x="0" y="0"/>
          <a:ext cx="0" cy="0"/>
          <a:chOff x="0" y="0"/>
          <a:chExt cx="0" cy="0"/>
        </a:xfrm>
      </p:grpSpPr>
      <p:grpSp>
        <p:nvGrpSpPr>
          <p:cNvPr id="487" name="Google Shape;487;p31">
            <a:extLst>
              <a:ext uri="{FF2B5EF4-FFF2-40B4-BE49-F238E27FC236}">
                <a16:creationId xmlns:a16="http://schemas.microsoft.com/office/drawing/2014/main" id="{BEE75330-790D-19E0-3B25-5CF7C35ECB79}"/>
              </a:ext>
            </a:extLst>
          </p:cNvPr>
          <p:cNvGrpSpPr/>
          <p:nvPr/>
        </p:nvGrpSpPr>
        <p:grpSpPr>
          <a:xfrm>
            <a:off x="714750" y="1329183"/>
            <a:ext cx="3771900" cy="1071657"/>
            <a:chOff x="4754850" y="1600325"/>
            <a:chExt cx="3771900" cy="1412550"/>
          </a:xfrm>
        </p:grpSpPr>
        <p:sp>
          <p:nvSpPr>
            <p:cNvPr id="488" name="Google Shape;488;p31">
              <a:extLst>
                <a:ext uri="{FF2B5EF4-FFF2-40B4-BE49-F238E27FC236}">
                  <a16:creationId xmlns:a16="http://schemas.microsoft.com/office/drawing/2014/main" id="{F077EF82-A312-5B66-9FE4-2F66D116048A}"/>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E18CC454-37A2-6F05-D037-BB2AEB073CB7}"/>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0" name="Google Shape;490;p31">
              <a:extLst>
                <a:ext uri="{FF2B5EF4-FFF2-40B4-BE49-F238E27FC236}">
                  <a16:creationId xmlns:a16="http://schemas.microsoft.com/office/drawing/2014/main" id="{CC26D89A-F14A-8A72-2520-373EE471F45F}"/>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95" name="Google Shape;495;p31">
            <a:extLst>
              <a:ext uri="{FF2B5EF4-FFF2-40B4-BE49-F238E27FC236}">
                <a16:creationId xmlns:a16="http://schemas.microsoft.com/office/drawing/2014/main" id="{D629EDB8-1C4E-A740-76EA-C8B9738D884E}"/>
              </a:ext>
            </a:extLst>
          </p:cNvPr>
          <p:cNvSpPr txBox="1">
            <a:spLocks noGrp="1"/>
          </p:cNvSpPr>
          <p:nvPr>
            <p:ph type="subTitle" idx="1"/>
          </p:nvPr>
        </p:nvSpPr>
        <p:spPr>
          <a:xfrm>
            <a:off x="1956790" y="1664741"/>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latin typeface="Oswald" pitchFamily="2" charset="0"/>
              </a:rPr>
              <a:t>Lý do chọn đề tài</a:t>
            </a:r>
            <a:endParaRPr>
              <a:latin typeface="Oswald" pitchFamily="2" charset="0"/>
            </a:endParaRPr>
          </a:p>
        </p:txBody>
      </p:sp>
      <p:sp>
        <p:nvSpPr>
          <p:cNvPr id="498" name="Google Shape;498;p31">
            <a:extLst>
              <a:ext uri="{FF2B5EF4-FFF2-40B4-BE49-F238E27FC236}">
                <a16:creationId xmlns:a16="http://schemas.microsoft.com/office/drawing/2014/main" id="{5B7C4FEF-4B39-8EC4-6B9C-6ED48FB58664}"/>
              </a:ext>
            </a:extLst>
          </p:cNvPr>
          <p:cNvSpPr txBox="1">
            <a:spLocks noGrp="1"/>
          </p:cNvSpPr>
          <p:nvPr>
            <p:ph type="title"/>
          </p:nvPr>
        </p:nvSpPr>
        <p:spPr>
          <a:xfrm>
            <a:off x="714983" y="1484367"/>
            <a:ext cx="1241807" cy="91647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1</a:t>
            </a:r>
            <a:r>
              <a:rPr lang="en"/>
              <a:t>.1</a:t>
            </a:r>
            <a:endParaRPr/>
          </a:p>
        </p:txBody>
      </p:sp>
      <p:sp>
        <p:nvSpPr>
          <p:cNvPr id="504" name="Google Shape;504;p31">
            <a:extLst>
              <a:ext uri="{FF2B5EF4-FFF2-40B4-BE49-F238E27FC236}">
                <a16:creationId xmlns:a16="http://schemas.microsoft.com/office/drawing/2014/main" id="{E6A43D08-DFD6-8121-5172-833CDFDF72F7}"/>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b="1">
                <a:latin typeface="Oswald" pitchFamily="2" charset="0"/>
              </a:rPr>
              <a:t>GIỚI THIỆU ĐỀ TÀI</a:t>
            </a:r>
            <a:endParaRPr b="1">
              <a:latin typeface="Oswald" pitchFamily="2" charset="0"/>
            </a:endParaRPr>
          </a:p>
        </p:txBody>
      </p:sp>
      <p:sp>
        <p:nvSpPr>
          <p:cNvPr id="508" name="Google Shape;508;p31">
            <a:extLst>
              <a:ext uri="{FF2B5EF4-FFF2-40B4-BE49-F238E27FC236}">
                <a16:creationId xmlns:a16="http://schemas.microsoft.com/office/drawing/2014/main" id="{B147B666-236A-6EC7-D06B-A6A5BE66C16C}"/>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F7E85BCE-747A-B029-32C6-CF8BD9E6B8FC}"/>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72E2EA03-183E-F97A-6261-C2C94E87C8D3}"/>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08FFBC1A-7CCE-12AD-764F-7F54CE7F1AB5}"/>
              </a:ext>
            </a:extLst>
          </p:cNvPr>
          <p:cNvGrpSpPr/>
          <p:nvPr/>
        </p:nvGrpSpPr>
        <p:grpSpPr>
          <a:xfrm>
            <a:off x="714750" y="2507049"/>
            <a:ext cx="3771900" cy="1071657"/>
            <a:chOff x="4754850" y="1600325"/>
            <a:chExt cx="3771900" cy="1412550"/>
          </a:xfrm>
        </p:grpSpPr>
        <p:sp>
          <p:nvSpPr>
            <p:cNvPr id="37" name="Google Shape;488;p31">
              <a:extLst>
                <a:ext uri="{FF2B5EF4-FFF2-40B4-BE49-F238E27FC236}">
                  <a16:creationId xmlns:a16="http://schemas.microsoft.com/office/drawing/2014/main" id="{22D9AE89-0769-C8C8-D919-107807113CAE}"/>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703916DA-6DF3-F41B-35F8-544934A4DB2D}"/>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C72E74C1-565B-2F7D-AD39-3625F1B06973}"/>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FB959A0A-6741-B943-63BA-5DC4459BAB57}"/>
              </a:ext>
            </a:extLst>
          </p:cNvPr>
          <p:cNvSpPr txBox="1">
            <a:spLocks/>
          </p:cNvSpPr>
          <p:nvPr/>
        </p:nvSpPr>
        <p:spPr>
          <a:xfrm>
            <a:off x="1973188" y="2851807"/>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Mục tiêu đề tài</a:t>
            </a:r>
          </a:p>
        </p:txBody>
      </p:sp>
      <p:sp>
        <p:nvSpPr>
          <p:cNvPr id="41" name="Google Shape;498;p31">
            <a:extLst>
              <a:ext uri="{FF2B5EF4-FFF2-40B4-BE49-F238E27FC236}">
                <a16:creationId xmlns:a16="http://schemas.microsoft.com/office/drawing/2014/main" id="{9D715C1C-8835-9076-274C-46F15213A89C}"/>
              </a:ext>
            </a:extLst>
          </p:cNvPr>
          <p:cNvSpPr txBox="1">
            <a:spLocks/>
          </p:cNvSpPr>
          <p:nvPr/>
        </p:nvSpPr>
        <p:spPr>
          <a:xfrm>
            <a:off x="714983" y="2662233"/>
            <a:ext cx="12089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a:t>1</a:t>
            </a:r>
            <a:r>
              <a:rPr lang="en"/>
              <a:t>.2</a:t>
            </a:r>
          </a:p>
        </p:txBody>
      </p:sp>
      <p:grpSp>
        <p:nvGrpSpPr>
          <p:cNvPr id="43" name="Google Shape;487;p31">
            <a:extLst>
              <a:ext uri="{FF2B5EF4-FFF2-40B4-BE49-F238E27FC236}">
                <a16:creationId xmlns:a16="http://schemas.microsoft.com/office/drawing/2014/main" id="{6C23D303-48F9-032D-A964-87E3321F73E6}"/>
              </a:ext>
            </a:extLst>
          </p:cNvPr>
          <p:cNvGrpSpPr/>
          <p:nvPr/>
        </p:nvGrpSpPr>
        <p:grpSpPr>
          <a:xfrm>
            <a:off x="714750" y="3672737"/>
            <a:ext cx="3771900" cy="1071657"/>
            <a:chOff x="4754850" y="1600325"/>
            <a:chExt cx="3771900" cy="1412550"/>
          </a:xfrm>
        </p:grpSpPr>
        <p:sp>
          <p:nvSpPr>
            <p:cNvPr id="44" name="Google Shape;488;p31">
              <a:extLst>
                <a:ext uri="{FF2B5EF4-FFF2-40B4-BE49-F238E27FC236}">
                  <a16:creationId xmlns:a16="http://schemas.microsoft.com/office/drawing/2014/main" id="{76E7814E-2255-0326-E1C2-20B6F264FF23}"/>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9;p31">
              <a:extLst>
                <a:ext uri="{FF2B5EF4-FFF2-40B4-BE49-F238E27FC236}">
                  <a16:creationId xmlns:a16="http://schemas.microsoft.com/office/drawing/2014/main" id="{F0C64434-7CCE-8B13-E877-35E34EAD9EB8}"/>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90;p31">
              <a:extLst>
                <a:ext uri="{FF2B5EF4-FFF2-40B4-BE49-F238E27FC236}">
                  <a16:creationId xmlns:a16="http://schemas.microsoft.com/office/drawing/2014/main" id="{46AD98C3-D2FA-E171-A07B-4F3A12174A4E}"/>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7" name="Google Shape;495;p31">
            <a:extLst>
              <a:ext uri="{FF2B5EF4-FFF2-40B4-BE49-F238E27FC236}">
                <a16:creationId xmlns:a16="http://schemas.microsoft.com/office/drawing/2014/main" id="{6D2DC126-F43D-06E0-A453-C07FB6F93449}"/>
              </a:ext>
            </a:extLst>
          </p:cNvPr>
          <p:cNvSpPr txBox="1">
            <a:spLocks/>
          </p:cNvSpPr>
          <p:nvPr/>
        </p:nvSpPr>
        <p:spPr>
          <a:xfrm>
            <a:off x="1896174" y="3973480"/>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Phạm vi đối tượng</a:t>
            </a:r>
          </a:p>
        </p:txBody>
      </p:sp>
      <p:sp>
        <p:nvSpPr>
          <p:cNvPr id="48" name="Google Shape;498;p31">
            <a:extLst>
              <a:ext uri="{FF2B5EF4-FFF2-40B4-BE49-F238E27FC236}">
                <a16:creationId xmlns:a16="http://schemas.microsoft.com/office/drawing/2014/main" id="{CCF87FA0-F641-B01E-AE82-398EDE1171E8}"/>
              </a:ext>
            </a:extLst>
          </p:cNvPr>
          <p:cNvSpPr txBox="1">
            <a:spLocks/>
          </p:cNvSpPr>
          <p:nvPr/>
        </p:nvSpPr>
        <p:spPr>
          <a:xfrm>
            <a:off x="714983" y="3827921"/>
            <a:ext cx="124180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a:t>1.3</a:t>
            </a:r>
          </a:p>
        </p:txBody>
      </p:sp>
      <p:pic>
        <p:nvPicPr>
          <p:cNvPr id="458" name="Picture 457" descr="Icon&#10;&#10;Description automatically generated">
            <a:extLst>
              <a:ext uri="{FF2B5EF4-FFF2-40B4-BE49-F238E27FC236}">
                <a16:creationId xmlns:a16="http://schemas.microsoft.com/office/drawing/2014/main" id="{6CA15508-D658-2036-47DD-54FA2C7D1A4F}"/>
              </a:ext>
            </a:extLst>
          </p:cNvPr>
          <p:cNvPicPr>
            <a:picLocks noChangeAspect="1"/>
          </p:cNvPicPr>
          <p:nvPr/>
        </p:nvPicPr>
        <p:blipFill>
          <a:blip r:embed="rId3"/>
          <a:stretch>
            <a:fillRect/>
          </a:stretch>
        </p:blipFill>
        <p:spPr>
          <a:xfrm>
            <a:off x="4906197" y="3751044"/>
            <a:ext cx="974304" cy="974304"/>
          </a:xfrm>
          <a:prstGeom prst="rect">
            <a:avLst/>
          </a:prstGeom>
        </p:spPr>
      </p:pic>
      <p:pic>
        <p:nvPicPr>
          <p:cNvPr id="460" name="Picture 459" descr="Icon&#10;&#10;Description automatically generated">
            <a:extLst>
              <a:ext uri="{FF2B5EF4-FFF2-40B4-BE49-F238E27FC236}">
                <a16:creationId xmlns:a16="http://schemas.microsoft.com/office/drawing/2014/main" id="{6CDE357A-AEC2-6EE7-39AA-AC8A4423D742}"/>
              </a:ext>
            </a:extLst>
          </p:cNvPr>
          <p:cNvPicPr>
            <a:picLocks noChangeAspect="1"/>
          </p:cNvPicPr>
          <p:nvPr/>
        </p:nvPicPr>
        <p:blipFill>
          <a:blip r:embed="rId4"/>
          <a:stretch>
            <a:fillRect/>
          </a:stretch>
        </p:blipFill>
        <p:spPr>
          <a:xfrm>
            <a:off x="6218253" y="3732687"/>
            <a:ext cx="1002353" cy="1002353"/>
          </a:xfrm>
          <a:prstGeom prst="rect">
            <a:avLst/>
          </a:prstGeom>
        </p:spPr>
      </p:pic>
      <p:pic>
        <p:nvPicPr>
          <p:cNvPr id="462" name="Picture 461" descr="Icon&#10;&#10;Description automatically generated">
            <a:extLst>
              <a:ext uri="{FF2B5EF4-FFF2-40B4-BE49-F238E27FC236}">
                <a16:creationId xmlns:a16="http://schemas.microsoft.com/office/drawing/2014/main" id="{073D4A81-327F-6802-1EAC-370E216B2FC6}"/>
              </a:ext>
            </a:extLst>
          </p:cNvPr>
          <p:cNvPicPr>
            <a:picLocks noChangeAspect="1"/>
          </p:cNvPicPr>
          <p:nvPr/>
        </p:nvPicPr>
        <p:blipFill>
          <a:blip r:embed="rId5"/>
          <a:stretch>
            <a:fillRect/>
          </a:stretch>
        </p:blipFill>
        <p:spPr>
          <a:xfrm>
            <a:off x="7503000" y="3699611"/>
            <a:ext cx="1077684" cy="1077684"/>
          </a:xfrm>
          <a:prstGeom prst="rect">
            <a:avLst/>
          </a:prstGeom>
        </p:spPr>
      </p:pic>
    </p:spTree>
    <p:extLst>
      <p:ext uri="{BB962C8B-B14F-4D97-AF65-F5344CB8AC3E}">
        <p14:creationId xmlns:p14="http://schemas.microsoft.com/office/powerpoint/2010/main" val="3154560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0BC7D35F-69C7-C571-43A6-AAF4A8AA85F2}"/>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299210A1-62D0-4095-FB38-E40337D8BC46}"/>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vi-VN" b="1">
                <a:latin typeface="Oswald" pitchFamily="2" charset="0"/>
              </a:rPr>
              <a:t>GIỚI THIỆU ĐỀ TÀI</a:t>
            </a:r>
          </a:p>
        </p:txBody>
      </p:sp>
      <p:sp>
        <p:nvSpPr>
          <p:cNvPr id="508" name="Google Shape;508;p31">
            <a:extLst>
              <a:ext uri="{FF2B5EF4-FFF2-40B4-BE49-F238E27FC236}">
                <a16:creationId xmlns:a16="http://schemas.microsoft.com/office/drawing/2014/main" id="{8A459F3B-AB00-B747-2657-E5A8CC313ECE}"/>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A9EC7B68-01FA-8F1E-EBD4-E3E0CAD54D2F}"/>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A4153A7E-3990-42BD-0197-D1F470695B76}"/>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6B439382-98C6-A3FA-521B-3C287B9A9388}"/>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F986EBC7-74E9-8F02-18E8-291B74CE1E72}"/>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4135159D-4025-3B9F-4615-EC6AB7294EF0}"/>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099F9699-7A0E-295A-4BEC-B3DC16C13761}"/>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9159300D-4959-9B29-3819-CA1F97E31C3D}"/>
              </a:ext>
            </a:extLst>
          </p:cNvPr>
          <p:cNvSpPr txBox="1">
            <a:spLocks/>
          </p:cNvSpPr>
          <p:nvPr/>
        </p:nvSpPr>
        <p:spPr>
          <a:xfrm>
            <a:off x="1408265" y="1286888"/>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Lý do chọn đề tài</a:t>
            </a:r>
          </a:p>
        </p:txBody>
      </p:sp>
      <p:sp>
        <p:nvSpPr>
          <p:cNvPr id="41" name="Google Shape;498;p31">
            <a:extLst>
              <a:ext uri="{FF2B5EF4-FFF2-40B4-BE49-F238E27FC236}">
                <a16:creationId xmlns:a16="http://schemas.microsoft.com/office/drawing/2014/main" id="{76E62A6E-A44C-3883-6CF0-28CAF7356749}"/>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a:t>1.1</a:t>
            </a:r>
          </a:p>
        </p:txBody>
      </p:sp>
      <p:sp>
        <p:nvSpPr>
          <p:cNvPr id="42" name="Google Shape;499;p31">
            <a:extLst>
              <a:ext uri="{FF2B5EF4-FFF2-40B4-BE49-F238E27FC236}">
                <a16:creationId xmlns:a16="http://schemas.microsoft.com/office/drawing/2014/main" id="{E7DCF8C0-A7E9-1DAD-787F-9CB3B648303B}"/>
              </a:ext>
            </a:extLst>
          </p:cNvPr>
          <p:cNvSpPr txBox="1">
            <a:spLocks/>
          </p:cNvSpPr>
          <p:nvPr/>
        </p:nvSpPr>
        <p:spPr>
          <a:xfrm>
            <a:off x="768663" y="1745641"/>
            <a:ext cx="5958349" cy="26395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a:latin typeface="Oswald Light" pitchFamily="2" charset="0"/>
              </a:rPr>
              <a:t>Android là nền tảng di động phổ biến với khả năng tùy biến cao.</a:t>
            </a:r>
          </a:p>
          <a:p>
            <a:pPr marL="0" indent="0" algn="just">
              <a:lnSpc>
                <a:spcPct val="150000"/>
              </a:lnSpc>
            </a:pPr>
            <a:r>
              <a:rPr lang="vi-VN" sz="1600">
                <a:latin typeface="Oswald Light" pitchFamily="2" charset="0"/>
              </a:rPr>
              <a:t>Nhu cầu giải trí của người dùng về Anime, Manga, Light Novel ngày càng tăng.</a:t>
            </a:r>
          </a:p>
          <a:p>
            <a:pPr marL="0" indent="0" algn="just">
              <a:lnSpc>
                <a:spcPct val="150000"/>
              </a:lnSpc>
            </a:pPr>
            <a:r>
              <a:rPr lang="vi-VN" sz="1600">
                <a:latin typeface="Oswald Light" pitchFamily="2" charset="0"/>
              </a:rPr>
              <a:t>Thông tin Anime thường phân tán trên nhiều trang web khác nhau.</a:t>
            </a:r>
          </a:p>
          <a:p>
            <a:pPr marL="0" indent="0" algn="just">
              <a:lnSpc>
                <a:spcPct val="150000"/>
              </a:lnSpc>
            </a:pPr>
            <a:r>
              <a:rPr lang="vi-VN" sz="1600">
                <a:latin typeface="Oswald Light" pitchFamily="2" charset="0"/>
              </a:rPr>
              <a:t>Cần một ứng dụng giúp tìm kiếm thông tin và xem trailer Anime nhanh chóng.</a:t>
            </a:r>
          </a:p>
          <a:p>
            <a:pPr marL="0" indent="0" algn="just">
              <a:lnSpc>
                <a:spcPct val="150000"/>
              </a:lnSpc>
            </a:pPr>
            <a:r>
              <a:rPr lang="vi-VN" sz="1600">
                <a:latin typeface="Oswald Light" pitchFamily="2" charset="0"/>
              </a:rPr>
              <a:t>Vì vậy nhóm xây dựng ứng dụng Magic Anime trên Android.</a:t>
            </a:r>
            <a:endParaRPr lang="en-US" sz="1600">
              <a:latin typeface="Oswald Light" pitchFamily="2" charset="0"/>
            </a:endParaRPr>
          </a:p>
        </p:txBody>
      </p:sp>
      <p:pic>
        <p:nvPicPr>
          <p:cNvPr id="2" name="Picture 1" descr="Icon&#10;&#10;Description automatically generated">
            <a:extLst>
              <a:ext uri="{FF2B5EF4-FFF2-40B4-BE49-F238E27FC236}">
                <a16:creationId xmlns:a16="http://schemas.microsoft.com/office/drawing/2014/main" id="{F6EFABE5-A759-BA51-03AD-E8A7FCF94469}"/>
              </a:ext>
            </a:extLst>
          </p:cNvPr>
          <p:cNvPicPr>
            <a:picLocks noChangeAspect="1"/>
          </p:cNvPicPr>
          <p:nvPr/>
        </p:nvPicPr>
        <p:blipFill>
          <a:blip r:embed="rId3"/>
          <a:stretch>
            <a:fillRect/>
          </a:stretch>
        </p:blipFill>
        <p:spPr>
          <a:xfrm>
            <a:off x="6824662" y="3107789"/>
            <a:ext cx="974304" cy="974304"/>
          </a:xfrm>
          <a:prstGeom prst="rect">
            <a:avLst/>
          </a:prstGeom>
        </p:spPr>
      </p:pic>
    </p:spTree>
    <p:extLst>
      <p:ext uri="{BB962C8B-B14F-4D97-AF65-F5344CB8AC3E}">
        <p14:creationId xmlns:p14="http://schemas.microsoft.com/office/powerpoint/2010/main" val="3172597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006695F8-3E0A-6580-9ECA-D78F48417548}"/>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4B8FAC26-2E41-0F5A-BDF8-144F1AED8493}"/>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vi-VN" b="1">
                <a:latin typeface="Oswald" pitchFamily="2" charset="0"/>
              </a:rPr>
              <a:t>GIỚI THIỆU ĐỀ TÀI</a:t>
            </a:r>
          </a:p>
        </p:txBody>
      </p:sp>
      <p:sp>
        <p:nvSpPr>
          <p:cNvPr id="508" name="Google Shape;508;p31">
            <a:extLst>
              <a:ext uri="{FF2B5EF4-FFF2-40B4-BE49-F238E27FC236}">
                <a16:creationId xmlns:a16="http://schemas.microsoft.com/office/drawing/2014/main" id="{65C6E2F8-A708-C47A-621D-D8649E236FB6}"/>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2A30726D-290A-C515-9F41-927F77EFF350}"/>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32F286D9-76B8-2A4C-ED61-D9D2F7FDE13B}"/>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4BF370A6-1ABA-7084-E883-8B3A3523E4E3}"/>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A4876637-BB1D-C339-254B-A2220AC96E1A}"/>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93B33418-D2A4-B312-40CB-B9780B67A13E}"/>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F239CBD2-1FBD-9222-A5EB-39782E5ECBD3}"/>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53BE6140-8D68-7EFE-A59E-32256CEE02F0}"/>
              </a:ext>
            </a:extLst>
          </p:cNvPr>
          <p:cNvSpPr txBox="1">
            <a:spLocks/>
          </p:cNvSpPr>
          <p:nvPr/>
        </p:nvSpPr>
        <p:spPr>
          <a:xfrm>
            <a:off x="1408265" y="1286888"/>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Mục tiêu đề tài </a:t>
            </a:r>
          </a:p>
        </p:txBody>
      </p:sp>
      <p:sp>
        <p:nvSpPr>
          <p:cNvPr id="41" name="Google Shape;498;p31">
            <a:extLst>
              <a:ext uri="{FF2B5EF4-FFF2-40B4-BE49-F238E27FC236}">
                <a16:creationId xmlns:a16="http://schemas.microsoft.com/office/drawing/2014/main" id="{FFBFD7F7-B2A0-A01B-B253-EE583ABFF703}"/>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a:t>1.</a:t>
            </a:r>
            <a:r>
              <a:rPr lang="vi-VN" sz="2800"/>
              <a:t>2</a:t>
            </a:r>
            <a:endParaRPr lang="en" sz="2800"/>
          </a:p>
        </p:txBody>
      </p:sp>
      <p:sp>
        <p:nvSpPr>
          <p:cNvPr id="42" name="Google Shape;499;p31">
            <a:extLst>
              <a:ext uri="{FF2B5EF4-FFF2-40B4-BE49-F238E27FC236}">
                <a16:creationId xmlns:a16="http://schemas.microsoft.com/office/drawing/2014/main" id="{B7B8B1B5-CADC-3EEC-951D-BC84FFBDCBE5}"/>
              </a:ext>
            </a:extLst>
          </p:cNvPr>
          <p:cNvSpPr txBox="1">
            <a:spLocks/>
          </p:cNvSpPr>
          <p:nvPr/>
        </p:nvSpPr>
        <p:spPr>
          <a:xfrm>
            <a:off x="768663" y="1745641"/>
            <a:ext cx="6829566" cy="26395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a:latin typeface="Oswald Light" pitchFamily="2" charset="0"/>
              </a:rPr>
              <a:t>Áp dụng kiến thức môn Phát triển ứng dụng di động để xây dựng ứng dụng Android Magic Anime.</a:t>
            </a:r>
          </a:p>
          <a:p>
            <a:pPr marL="0" indent="0" algn="just">
              <a:lnSpc>
                <a:spcPct val="150000"/>
              </a:lnSpc>
            </a:pPr>
            <a:r>
              <a:rPr lang="vi-VN" sz="1600">
                <a:latin typeface="Oswald Light" pitchFamily="2" charset="0"/>
              </a:rPr>
              <a:t>Tìm hiểu quy trình phát triển ứng dụng Android: phân tích, thiết kế, lập trình và kiểm thử.</a:t>
            </a:r>
          </a:p>
          <a:p>
            <a:pPr marL="0" indent="0" algn="just">
              <a:lnSpc>
                <a:spcPct val="150000"/>
              </a:lnSpc>
            </a:pPr>
            <a:r>
              <a:rPr lang="vi-VN" sz="1600">
                <a:latin typeface="Oswald Light" pitchFamily="2" charset="0"/>
              </a:rPr>
              <a:t>Sử dụng các thành phần Android như Activity, Fragment, RecyclerView, ViewPager2.</a:t>
            </a:r>
          </a:p>
          <a:p>
            <a:pPr marL="0" indent="0" algn="just">
              <a:lnSpc>
                <a:spcPct val="150000"/>
              </a:lnSpc>
            </a:pPr>
            <a:r>
              <a:rPr lang="vi-VN" sz="1600">
                <a:latin typeface="Oswald Light" pitchFamily="2" charset="0"/>
              </a:rPr>
              <a:t>Tích hợp AniList GraphQL API để lấy dữ liệu Anime và xử lý JSON.</a:t>
            </a:r>
          </a:p>
          <a:p>
            <a:pPr marL="0" indent="0" algn="just">
              <a:lnSpc>
                <a:spcPct val="150000"/>
              </a:lnSpc>
            </a:pPr>
            <a:r>
              <a:rPr lang="vi-VN" sz="1600">
                <a:latin typeface="Oswald Light" pitchFamily="2" charset="0"/>
              </a:rPr>
              <a:t>Rèn luyện kỹ năng lập trình Android (Java), thiết kế giao diện và tổ chức cấu trúc project.</a:t>
            </a:r>
            <a:endParaRPr lang="en-US" sz="1600">
              <a:latin typeface="Oswald Light" pitchFamily="2" charset="0"/>
            </a:endParaRPr>
          </a:p>
        </p:txBody>
      </p:sp>
      <p:pic>
        <p:nvPicPr>
          <p:cNvPr id="2" name="Picture 1" descr="Icon&#10;&#10;Description automatically generated">
            <a:extLst>
              <a:ext uri="{FF2B5EF4-FFF2-40B4-BE49-F238E27FC236}">
                <a16:creationId xmlns:a16="http://schemas.microsoft.com/office/drawing/2014/main" id="{0D170F01-EA19-D2E9-4D8B-5D45863BA7A6}"/>
              </a:ext>
            </a:extLst>
          </p:cNvPr>
          <p:cNvPicPr>
            <a:picLocks noChangeAspect="1"/>
          </p:cNvPicPr>
          <p:nvPr/>
        </p:nvPicPr>
        <p:blipFill>
          <a:blip r:embed="rId3"/>
          <a:stretch>
            <a:fillRect/>
          </a:stretch>
        </p:blipFill>
        <p:spPr>
          <a:xfrm>
            <a:off x="7260362" y="3381463"/>
            <a:ext cx="1002353" cy="1002353"/>
          </a:xfrm>
          <a:prstGeom prst="rect">
            <a:avLst/>
          </a:prstGeom>
        </p:spPr>
      </p:pic>
    </p:spTree>
    <p:extLst>
      <p:ext uri="{BB962C8B-B14F-4D97-AF65-F5344CB8AC3E}">
        <p14:creationId xmlns:p14="http://schemas.microsoft.com/office/powerpoint/2010/main" val="1149150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DF9C1176-30AC-C26D-558E-EB30A4F2F622}"/>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169A8A1A-12A3-2800-33FD-B18969DF7FE2}"/>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vi-VN" b="1">
                <a:latin typeface="Oswald" pitchFamily="2" charset="0"/>
              </a:rPr>
              <a:t>GIỚI THIỆU ĐỀ TÀI</a:t>
            </a:r>
          </a:p>
        </p:txBody>
      </p:sp>
      <p:sp>
        <p:nvSpPr>
          <p:cNvPr id="508" name="Google Shape;508;p31">
            <a:extLst>
              <a:ext uri="{FF2B5EF4-FFF2-40B4-BE49-F238E27FC236}">
                <a16:creationId xmlns:a16="http://schemas.microsoft.com/office/drawing/2014/main" id="{AF1D8D00-DB09-72C0-14F5-52752D42EF00}"/>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7EEAECEB-4A5A-5361-9158-384E9644E188}"/>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5EA7B681-C9DC-C526-6751-590424E6D92A}"/>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F6409493-34CA-9314-D456-DA1661649B8D}"/>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B6774C54-4DDB-FB10-B52E-AF72797A696E}"/>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306EEFEE-143F-0F2A-1566-A28AD4211D39}"/>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8D360C8B-2164-EB38-0E6E-900186F3F454}"/>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6E9C643B-B238-E67F-DADE-7E9BDC125B42}"/>
              </a:ext>
            </a:extLst>
          </p:cNvPr>
          <p:cNvSpPr txBox="1">
            <a:spLocks/>
          </p:cNvSpPr>
          <p:nvPr/>
        </p:nvSpPr>
        <p:spPr>
          <a:xfrm>
            <a:off x="1408265" y="1286888"/>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Phạm vi đề tài </a:t>
            </a:r>
          </a:p>
        </p:txBody>
      </p:sp>
      <p:sp>
        <p:nvSpPr>
          <p:cNvPr id="41" name="Google Shape;498;p31">
            <a:extLst>
              <a:ext uri="{FF2B5EF4-FFF2-40B4-BE49-F238E27FC236}">
                <a16:creationId xmlns:a16="http://schemas.microsoft.com/office/drawing/2014/main" id="{88A12743-8124-BA51-E220-2FA2364C6129}"/>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a:t>1.</a:t>
            </a:r>
            <a:r>
              <a:rPr lang="vi-VN" sz="2800"/>
              <a:t>3</a:t>
            </a:r>
            <a:endParaRPr lang="en" sz="2800"/>
          </a:p>
        </p:txBody>
      </p:sp>
      <p:sp>
        <p:nvSpPr>
          <p:cNvPr id="42" name="Google Shape;499;p31">
            <a:extLst>
              <a:ext uri="{FF2B5EF4-FFF2-40B4-BE49-F238E27FC236}">
                <a16:creationId xmlns:a16="http://schemas.microsoft.com/office/drawing/2014/main" id="{4AE2ABCD-8B1E-32F2-F7BB-4C8F7E3DEBF3}"/>
              </a:ext>
            </a:extLst>
          </p:cNvPr>
          <p:cNvSpPr txBox="1">
            <a:spLocks/>
          </p:cNvSpPr>
          <p:nvPr/>
        </p:nvSpPr>
        <p:spPr>
          <a:xfrm>
            <a:off x="768663" y="1745641"/>
            <a:ext cx="6829566" cy="26395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a:latin typeface="Oswald Light" pitchFamily="2" charset="0"/>
              </a:rPr>
              <a:t>Xây dựng ứng dụng Android Magic Anime giúp khám phá thông tin Anime, Manga và Light Novel.</a:t>
            </a:r>
          </a:p>
          <a:p>
            <a:pPr marL="0" indent="0" algn="just">
              <a:lnSpc>
                <a:spcPct val="150000"/>
              </a:lnSpc>
            </a:pPr>
            <a:r>
              <a:rPr lang="vi-VN" sz="1600">
                <a:latin typeface="Oswald Light" pitchFamily="2" charset="0"/>
              </a:rPr>
              <a:t>Hiển thị danh sách nội dung phổ biến, đang phát sóng hoặc sắp ra mắt.</a:t>
            </a:r>
          </a:p>
          <a:p>
            <a:pPr marL="0" indent="0" algn="just">
              <a:lnSpc>
                <a:spcPct val="150000"/>
              </a:lnSpc>
            </a:pPr>
            <a:r>
              <a:rPr lang="vi-VN" sz="1600">
                <a:latin typeface="Oswald Light" pitchFamily="2" charset="0"/>
              </a:rPr>
              <a:t>Cho phép xem thông tin chi tiết: mô tả, thể loại, số tập, rating, poster…</a:t>
            </a:r>
          </a:p>
          <a:p>
            <a:pPr marL="0" indent="0" algn="just">
              <a:lnSpc>
                <a:spcPct val="150000"/>
              </a:lnSpc>
            </a:pPr>
            <a:r>
              <a:rPr lang="vi-VN" sz="1600">
                <a:latin typeface="Oswald Light" pitchFamily="2" charset="0"/>
              </a:rPr>
              <a:t>Hỗ trợ xem trailer Anime (YouTube) và liên kết đọc Manga/Novel từ các nguồn bên ngoài.</a:t>
            </a:r>
          </a:p>
          <a:p>
            <a:pPr marL="0" indent="0" algn="just">
              <a:lnSpc>
                <a:spcPct val="150000"/>
              </a:lnSpc>
            </a:pPr>
            <a:r>
              <a:rPr lang="vi-VN" sz="1600">
                <a:latin typeface="Oswald Light" pitchFamily="2" charset="0"/>
              </a:rPr>
              <a:t>Tích hợp các chức năng cơ bản: tìm kiếm, bộ lọc nội dung, lịch sử xem, danh sách yêu thích.</a:t>
            </a:r>
          </a:p>
          <a:p>
            <a:pPr marL="0" indent="0" algn="just">
              <a:lnSpc>
                <a:spcPct val="150000"/>
              </a:lnSpc>
            </a:pPr>
            <a:r>
              <a:rPr lang="vi-VN" sz="1600">
                <a:latin typeface="Oswald Light" pitchFamily="2" charset="0"/>
              </a:rPr>
              <a:t>Ứng dụng phục vụ mục đích học tập và nghiên cứu phát triển ứng dụng Android.</a:t>
            </a:r>
            <a:endParaRPr lang="en-US" sz="1600">
              <a:latin typeface="Oswald Light" pitchFamily="2" charset="0"/>
            </a:endParaRPr>
          </a:p>
        </p:txBody>
      </p:sp>
      <p:pic>
        <p:nvPicPr>
          <p:cNvPr id="3" name="Picture 2" descr="Icon&#10;&#10;Description automatically generated">
            <a:extLst>
              <a:ext uri="{FF2B5EF4-FFF2-40B4-BE49-F238E27FC236}">
                <a16:creationId xmlns:a16="http://schemas.microsoft.com/office/drawing/2014/main" id="{B720BC9E-935E-7927-A7BD-7812241ADE6D}"/>
              </a:ext>
            </a:extLst>
          </p:cNvPr>
          <p:cNvPicPr>
            <a:picLocks noChangeAspect="1"/>
          </p:cNvPicPr>
          <p:nvPr/>
        </p:nvPicPr>
        <p:blipFill>
          <a:blip r:embed="rId3"/>
          <a:stretch>
            <a:fillRect/>
          </a:stretch>
        </p:blipFill>
        <p:spPr>
          <a:xfrm>
            <a:off x="7200556" y="3323899"/>
            <a:ext cx="1077684" cy="1077684"/>
          </a:xfrm>
          <a:prstGeom prst="rect">
            <a:avLst/>
          </a:prstGeom>
        </p:spPr>
      </p:pic>
    </p:spTree>
    <p:extLst>
      <p:ext uri="{BB962C8B-B14F-4D97-AF65-F5344CB8AC3E}">
        <p14:creationId xmlns:p14="http://schemas.microsoft.com/office/powerpoint/2010/main" val="871926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50" y="679350"/>
            <a:ext cx="13683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46" name="Google Shape;546;p32"/>
          <p:cNvSpPr txBox="1">
            <a:spLocks noGrp="1"/>
          </p:cNvSpPr>
          <p:nvPr>
            <p:ph type="title"/>
          </p:nvPr>
        </p:nvSpPr>
        <p:spPr>
          <a:xfrm>
            <a:off x="1812294" y="2266802"/>
            <a:ext cx="5702391" cy="9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b="1">
                <a:solidFill>
                  <a:schemeClr val="hlink"/>
                </a:solidFill>
                <a:uFill>
                  <a:noFill/>
                </a:uFill>
                <a:latin typeface="Oswald" pitchFamily="2" charset="0"/>
                <a:ea typeface="Karla"/>
                <a:cs typeface="Karla"/>
                <a:sym typeface="Karla"/>
              </a:rPr>
              <a:t>PHÂN TÍCH BÀI TOÁN</a:t>
            </a:r>
            <a:endParaRPr lang="en-US" sz="4800" b="1">
              <a:solidFill>
                <a:schemeClr val="dk1"/>
              </a:solidFill>
              <a:latin typeface="Oswald" pitchFamily="2" charset="0"/>
              <a:ea typeface="Karla"/>
              <a:cs typeface="Karla"/>
              <a:sym typeface="Karla"/>
            </a:endParaRPr>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65155" y="3825299"/>
            <a:ext cx="5068266" cy="61692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Inter Tight Light" pitchFamily="2" charset="0"/>
                <a:ea typeface="Inter Tight Light" pitchFamily="2" charset="0"/>
                <a:cs typeface="Inter Tight Light" pitchFamily="2" charset="0"/>
              </a:rPr>
              <a:t>Gồm mô tả bài toán, yêu cầu chức năng, yêu cầu phi chức năng,</a:t>
            </a:r>
          </a:p>
          <a:p>
            <a:pPr marL="0" lvl="0" indent="0" algn="ctr" rtl="0">
              <a:spcBef>
                <a:spcPts val="0"/>
              </a:spcBef>
              <a:spcAft>
                <a:spcPts val="0"/>
              </a:spcAft>
              <a:buNone/>
            </a:pPr>
            <a:r>
              <a:rPr lang="vi-VN" sz="1300">
                <a:latin typeface="Inter Tight Light" pitchFamily="2" charset="0"/>
                <a:ea typeface="Inter Tight Light" pitchFamily="2" charset="0"/>
                <a:cs typeface="Inter Tight Light" pitchFamily="2" charset="0"/>
              </a:rPr>
              <a:t>X</a:t>
            </a:r>
            <a:r>
              <a:rPr lang="en" sz="1300">
                <a:latin typeface="Inter Tight Light" pitchFamily="2" charset="0"/>
                <a:ea typeface="Inter Tight Light" pitchFamily="2" charset="0"/>
                <a:cs typeface="Inter Tight Light" pitchFamily="2" charset="0"/>
              </a:rPr>
              <a:t>ác định đối tượng</a:t>
            </a:r>
            <a:endParaRPr sz="1300">
              <a:latin typeface="Inter Tight Light" pitchFamily="2" charset="0"/>
              <a:ea typeface="Inter Tight Light" pitchFamily="2" charset="0"/>
              <a:cs typeface="Inter Tight Light" pitchFamily="2" charset="0"/>
            </a:endParaRP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487;p31">
            <a:extLst>
              <a:ext uri="{FF2B5EF4-FFF2-40B4-BE49-F238E27FC236}">
                <a16:creationId xmlns:a16="http://schemas.microsoft.com/office/drawing/2014/main" id="{625FABCA-F95B-B394-A023-357BA3AE4A60}"/>
              </a:ext>
            </a:extLst>
          </p:cNvPr>
          <p:cNvGrpSpPr/>
          <p:nvPr/>
        </p:nvGrpSpPr>
        <p:grpSpPr>
          <a:xfrm>
            <a:off x="81688" y="6781825"/>
            <a:ext cx="3771900" cy="1071657"/>
            <a:chOff x="4754850" y="1600325"/>
            <a:chExt cx="3771900" cy="1412550"/>
          </a:xfrm>
        </p:grpSpPr>
        <p:sp>
          <p:nvSpPr>
            <p:cNvPr id="3" name="Google Shape;488;p31">
              <a:extLst>
                <a:ext uri="{FF2B5EF4-FFF2-40B4-BE49-F238E27FC236}">
                  <a16:creationId xmlns:a16="http://schemas.microsoft.com/office/drawing/2014/main" id="{F236916E-0318-B2B7-262A-24D87328B2FF}"/>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89;p31">
              <a:extLst>
                <a:ext uri="{FF2B5EF4-FFF2-40B4-BE49-F238E27FC236}">
                  <a16:creationId xmlns:a16="http://schemas.microsoft.com/office/drawing/2014/main" id="{481E763A-C0F3-0FC0-4D44-62EADEAD77DD}"/>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490;p31">
              <a:extLst>
                <a:ext uri="{FF2B5EF4-FFF2-40B4-BE49-F238E27FC236}">
                  <a16:creationId xmlns:a16="http://schemas.microsoft.com/office/drawing/2014/main" id="{D0864444-0AE9-2A4E-EDD0-0F433278ABFC}"/>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6" name="Google Shape;487;p31">
            <a:extLst>
              <a:ext uri="{FF2B5EF4-FFF2-40B4-BE49-F238E27FC236}">
                <a16:creationId xmlns:a16="http://schemas.microsoft.com/office/drawing/2014/main" id="{6777FA9E-0AED-E011-A991-3B64B798DAA7}"/>
              </a:ext>
            </a:extLst>
          </p:cNvPr>
          <p:cNvGrpSpPr/>
          <p:nvPr/>
        </p:nvGrpSpPr>
        <p:grpSpPr>
          <a:xfrm>
            <a:off x="4175722" y="6781825"/>
            <a:ext cx="3771900" cy="1071657"/>
            <a:chOff x="4754850" y="1600325"/>
            <a:chExt cx="3771900" cy="1412550"/>
          </a:xfrm>
        </p:grpSpPr>
        <p:sp>
          <p:nvSpPr>
            <p:cNvPr id="7" name="Google Shape;488;p31">
              <a:extLst>
                <a:ext uri="{FF2B5EF4-FFF2-40B4-BE49-F238E27FC236}">
                  <a16:creationId xmlns:a16="http://schemas.microsoft.com/office/drawing/2014/main" id="{E66A2281-5BC9-1FBE-09A1-B0D9A77FA543}"/>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89;p31">
              <a:extLst>
                <a:ext uri="{FF2B5EF4-FFF2-40B4-BE49-F238E27FC236}">
                  <a16:creationId xmlns:a16="http://schemas.microsoft.com/office/drawing/2014/main" id="{D84639CA-C549-C1F8-B1DA-163DA82BEAB4}"/>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 name="Google Shape;490;p31">
              <a:extLst>
                <a:ext uri="{FF2B5EF4-FFF2-40B4-BE49-F238E27FC236}">
                  <a16:creationId xmlns:a16="http://schemas.microsoft.com/office/drawing/2014/main" id="{B658C860-2A5B-980B-2C67-97E0EB3E892D}"/>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10" name="Google Shape;487;p31">
            <a:extLst>
              <a:ext uri="{FF2B5EF4-FFF2-40B4-BE49-F238E27FC236}">
                <a16:creationId xmlns:a16="http://schemas.microsoft.com/office/drawing/2014/main" id="{9814BA4E-0465-8863-6051-65D3F38DD0FC}"/>
              </a:ext>
            </a:extLst>
          </p:cNvPr>
          <p:cNvGrpSpPr/>
          <p:nvPr/>
        </p:nvGrpSpPr>
        <p:grpSpPr>
          <a:xfrm>
            <a:off x="81688" y="7960333"/>
            <a:ext cx="3771900" cy="1071657"/>
            <a:chOff x="4754850" y="1600325"/>
            <a:chExt cx="3771900" cy="1412550"/>
          </a:xfrm>
        </p:grpSpPr>
        <p:sp>
          <p:nvSpPr>
            <p:cNvPr id="11" name="Google Shape;488;p31">
              <a:extLst>
                <a:ext uri="{FF2B5EF4-FFF2-40B4-BE49-F238E27FC236}">
                  <a16:creationId xmlns:a16="http://schemas.microsoft.com/office/drawing/2014/main" id="{A8E8B91C-9756-4F53-2DF1-77F7DD48D928}"/>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89;p31">
              <a:extLst>
                <a:ext uri="{FF2B5EF4-FFF2-40B4-BE49-F238E27FC236}">
                  <a16:creationId xmlns:a16="http://schemas.microsoft.com/office/drawing/2014/main" id="{EF7015ED-58E4-54D7-447D-4DBAEE7A0384}"/>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 name="Google Shape;490;p31">
              <a:extLst>
                <a:ext uri="{FF2B5EF4-FFF2-40B4-BE49-F238E27FC236}">
                  <a16:creationId xmlns:a16="http://schemas.microsoft.com/office/drawing/2014/main" id="{D69DDD6A-D116-E669-A0DF-1FA6B7DD8CC9}"/>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14" name="Google Shape;487;p31">
            <a:extLst>
              <a:ext uri="{FF2B5EF4-FFF2-40B4-BE49-F238E27FC236}">
                <a16:creationId xmlns:a16="http://schemas.microsoft.com/office/drawing/2014/main" id="{D902DEBE-5F6A-E4CC-972F-A5C0875CF29D}"/>
              </a:ext>
            </a:extLst>
          </p:cNvPr>
          <p:cNvGrpSpPr/>
          <p:nvPr/>
        </p:nvGrpSpPr>
        <p:grpSpPr>
          <a:xfrm>
            <a:off x="80852" y="9147588"/>
            <a:ext cx="3771900" cy="1071657"/>
            <a:chOff x="4754850" y="1600325"/>
            <a:chExt cx="3771900" cy="1412550"/>
          </a:xfrm>
        </p:grpSpPr>
        <p:sp>
          <p:nvSpPr>
            <p:cNvPr id="15" name="Google Shape;488;p31">
              <a:extLst>
                <a:ext uri="{FF2B5EF4-FFF2-40B4-BE49-F238E27FC236}">
                  <a16:creationId xmlns:a16="http://schemas.microsoft.com/office/drawing/2014/main" id="{AF1BAA53-8972-F598-CEF9-50AA4B0BFAA2}"/>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89;p31">
              <a:extLst>
                <a:ext uri="{FF2B5EF4-FFF2-40B4-BE49-F238E27FC236}">
                  <a16:creationId xmlns:a16="http://schemas.microsoft.com/office/drawing/2014/main" id="{D9EC1CE2-D0E6-F78D-B6EA-C4B8A52F1644}"/>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 name="Google Shape;490;p31">
              <a:extLst>
                <a:ext uri="{FF2B5EF4-FFF2-40B4-BE49-F238E27FC236}">
                  <a16:creationId xmlns:a16="http://schemas.microsoft.com/office/drawing/2014/main" id="{EAAC030A-58EC-977C-7626-8E9C0606B5D5}"/>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18" name="Google Shape;487;p31">
            <a:extLst>
              <a:ext uri="{FF2B5EF4-FFF2-40B4-BE49-F238E27FC236}">
                <a16:creationId xmlns:a16="http://schemas.microsoft.com/office/drawing/2014/main" id="{1D664E2A-3879-033F-3213-AB95DE7AB10A}"/>
              </a:ext>
            </a:extLst>
          </p:cNvPr>
          <p:cNvGrpSpPr/>
          <p:nvPr/>
        </p:nvGrpSpPr>
        <p:grpSpPr>
          <a:xfrm>
            <a:off x="4175722" y="7974836"/>
            <a:ext cx="3771900" cy="1071657"/>
            <a:chOff x="4754850" y="1600325"/>
            <a:chExt cx="3771900" cy="1412550"/>
          </a:xfrm>
        </p:grpSpPr>
        <p:sp>
          <p:nvSpPr>
            <p:cNvPr id="19" name="Google Shape;488;p31">
              <a:extLst>
                <a:ext uri="{FF2B5EF4-FFF2-40B4-BE49-F238E27FC236}">
                  <a16:creationId xmlns:a16="http://schemas.microsoft.com/office/drawing/2014/main" id="{570F7C26-1D94-AD0A-99A7-FE7FD6E0B85B}"/>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89;p31">
              <a:extLst>
                <a:ext uri="{FF2B5EF4-FFF2-40B4-BE49-F238E27FC236}">
                  <a16:creationId xmlns:a16="http://schemas.microsoft.com/office/drawing/2014/main" id="{29BF53B1-58CF-3B78-BD85-AEAC0B7A105B}"/>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490;p31">
              <a:extLst>
                <a:ext uri="{FF2B5EF4-FFF2-40B4-BE49-F238E27FC236}">
                  <a16:creationId xmlns:a16="http://schemas.microsoft.com/office/drawing/2014/main" id="{A560EB13-900F-7FC1-CAD1-F03261EC15EC}"/>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pic>
        <p:nvPicPr>
          <p:cNvPr id="22" name="Picture 21" descr="Icon&#10;&#10;Description automatically generated">
            <a:extLst>
              <a:ext uri="{FF2B5EF4-FFF2-40B4-BE49-F238E27FC236}">
                <a16:creationId xmlns:a16="http://schemas.microsoft.com/office/drawing/2014/main" id="{B0F575EE-3B23-F101-E9F1-40623A9AE497}"/>
              </a:ext>
            </a:extLst>
          </p:cNvPr>
          <p:cNvPicPr>
            <a:picLocks noChangeAspect="1"/>
          </p:cNvPicPr>
          <p:nvPr/>
        </p:nvPicPr>
        <p:blipFill>
          <a:blip r:embed="rId3"/>
          <a:stretch>
            <a:fillRect/>
          </a:stretch>
        </p:blipFill>
        <p:spPr>
          <a:xfrm>
            <a:off x="-8318090" y="-5609166"/>
            <a:ext cx="4818617" cy="4818617"/>
          </a:xfrm>
          <a:prstGeom prst="rect">
            <a:avLst/>
          </a:prstGeom>
        </p:spPr>
      </p:pic>
      <p:pic>
        <p:nvPicPr>
          <p:cNvPr id="23" name="Picture 22" descr="Icon&#10;&#10;Description automatically generated">
            <a:extLst>
              <a:ext uri="{FF2B5EF4-FFF2-40B4-BE49-F238E27FC236}">
                <a16:creationId xmlns:a16="http://schemas.microsoft.com/office/drawing/2014/main" id="{C11BD833-4FAE-E56C-EBF5-D366D4A517E0}"/>
              </a:ext>
            </a:extLst>
          </p:cNvPr>
          <p:cNvPicPr>
            <a:picLocks noChangeAspect="1"/>
          </p:cNvPicPr>
          <p:nvPr/>
        </p:nvPicPr>
        <p:blipFill>
          <a:blip r:embed="rId4"/>
          <a:stretch>
            <a:fillRect/>
          </a:stretch>
        </p:blipFill>
        <p:spPr>
          <a:xfrm>
            <a:off x="-7116707" y="-5738196"/>
            <a:ext cx="4957339" cy="4957339"/>
          </a:xfrm>
          <a:prstGeom prst="rect">
            <a:avLst/>
          </a:prstGeom>
        </p:spPr>
      </p:pic>
      <p:pic>
        <p:nvPicPr>
          <p:cNvPr id="24" name="Picture 23" descr="Icon&#10;&#10;Description automatically generated">
            <a:extLst>
              <a:ext uri="{FF2B5EF4-FFF2-40B4-BE49-F238E27FC236}">
                <a16:creationId xmlns:a16="http://schemas.microsoft.com/office/drawing/2014/main" id="{D3598EDD-EC8A-09D8-4CB6-9BDC28511916}"/>
              </a:ext>
            </a:extLst>
          </p:cNvPr>
          <p:cNvPicPr>
            <a:picLocks noChangeAspect="1"/>
          </p:cNvPicPr>
          <p:nvPr/>
        </p:nvPicPr>
        <p:blipFill>
          <a:blip r:embed="rId5"/>
          <a:stretch>
            <a:fillRect/>
          </a:stretch>
        </p:blipFill>
        <p:spPr>
          <a:xfrm>
            <a:off x="-6129194" y="-6068506"/>
            <a:ext cx="5329904" cy="5329904"/>
          </a:xfrm>
          <a:prstGeom prst="rect">
            <a:avLst/>
          </a:prstGeom>
        </p:spPr>
      </p:pic>
    </p:spTree>
    <p:extLst>
      <p:ext uri="{BB962C8B-B14F-4D97-AF65-F5344CB8AC3E}">
        <p14:creationId xmlns:p14="http://schemas.microsoft.com/office/powerpoint/2010/main" val="1126220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grpSp>
        <p:nvGrpSpPr>
          <p:cNvPr id="487" name="Google Shape;487;p31"/>
          <p:cNvGrpSpPr/>
          <p:nvPr/>
        </p:nvGrpSpPr>
        <p:grpSpPr>
          <a:xfrm>
            <a:off x="714750" y="1329183"/>
            <a:ext cx="3771900" cy="1071657"/>
            <a:chOff x="4754850" y="1600325"/>
            <a:chExt cx="3771900" cy="1412550"/>
          </a:xfrm>
        </p:grpSpPr>
        <p:sp>
          <p:nvSpPr>
            <p:cNvPr id="488" name="Google Shape;488;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0" name="Google Shape;490;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95" name="Google Shape;495;p31"/>
          <p:cNvSpPr txBox="1">
            <a:spLocks noGrp="1"/>
          </p:cNvSpPr>
          <p:nvPr>
            <p:ph type="subTitle" idx="1"/>
          </p:nvPr>
        </p:nvSpPr>
        <p:spPr>
          <a:xfrm>
            <a:off x="1957626" y="1456535"/>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Oswald" pitchFamily="2" charset="0"/>
              </a:rPr>
              <a:t>Mô tả bài toán</a:t>
            </a:r>
            <a:endParaRPr>
              <a:latin typeface="Oswald" pitchFamily="2" charset="0"/>
            </a:endParaRPr>
          </a:p>
        </p:txBody>
      </p:sp>
      <p:sp>
        <p:nvSpPr>
          <p:cNvPr id="498" name="Google Shape;498;p31"/>
          <p:cNvSpPr txBox="1">
            <a:spLocks noGrp="1"/>
          </p:cNvSpPr>
          <p:nvPr>
            <p:ph type="title"/>
          </p:nvPr>
        </p:nvSpPr>
        <p:spPr>
          <a:xfrm>
            <a:off x="714983" y="1484367"/>
            <a:ext cx="1241807" cy="91647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2.1</a:t>
            </a:r>
            <a:endParaRPr/>
          </a:p>
        </p:txBody>
      </p:sp>
      <p:sp>
        <p:nvSpPr>
          <p:cNvPr id="504" name="Google Shape;504;p31"/>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b="1">
                <a:latin typeface="Oswald" pitchFamily="2" charset="0"/>
              </a:rPr>
              <a:t>PHÂN TÍCH BÀI TOÁN</a:t>
            </a:r>
          </a:p>
        </p:txBody>
      </p:sp>
      <p:sp>
        <p:nvSpPr>
          <p:cNvPr id="508" name="Google Shape;508;p31"/>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392DECBA-3855-4C69-31B2-DC67F349DBD6}"/>
              </a:ext>
            </a:extLst>
          </p:cNvPr>
          <p:cNvGrpSpPr/>
          <p:nvPr/>
        </p:nvGrpSpPr>
        <p:grpSpPr>
          <a:xfrm>
            <a:off x="4808784" y="1329183"/>
            <a:ext cx="3771900" cy="1071657"/>
            <a:chOff x="4754850" y="1600325"/>
            <a:chExt cx="3771900" cy="1412550"/>
          </a:xfrm>
        </p:grpSpPr>
        <p:sp>
          <p:nvSpPr>
            <p:cNvPr id="37" name="Google Shape;488;p31">
              <a:extLst>
                <a:ext uri="{FF2B5EF4-FFF2-40B4-BE49-F238E27FC236}">
                  <a16:creationId xmlns:a16="http://schemas.microsoft.com/office/drawing/2014/main" id="{E958EA70-41EC-A26F-EA1E-67496245E4D5}"/>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331FE69B-03A8-4201-2BC7-480C934AA676}"/>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2EDDFFF6-D773-E507-3D6E-BCE0165366DB}"/>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0854AAB0-D808-9BC6-CA42-CDA4FD85E829}"/>
              </a:ext>
            </a:extLst>
          </p:cNvPr>
          <p:cNvSpPr txBox="1">
            <a:spLocks/>
          </p:cNvSpPr>
          <p:nvPr/>
        </p:nvSpPr>
        <p:spPr>
          <a:xfrm>
            <a:off x="6051660" y="1456535"/>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Yêu cầu chức năng</a:t>
            </a:r>
          </a:p>
        </p:txBody>
      </p:sp>
      <p:sp>
        <p:nvSpPr>
          <p:cNvPr id="41" name="Google Shape;498;p31">
            <a:extLst>
              <a:ext uri="{FF2B5EF4-FFF2-40B4-BE49-F238E27FC236}">
                <a16:creationId xmlns:a16="http://schemas.microsoft.com/office/drawing/2014/main" id="{855DE518-495E-AE3F-16B7-7B2F9F95EA0F}"/>
              </a:ext>
            </a:extLst>
          </p:cNvPr>
          <p:cNvSpPr txBox="1">
            <a:spLocks/>
          </p:cNvSpPr>
          <p:nvPr/>
        </p:nvSpPr>
        <p:spPr>
          <a:xfrm>
            <a:off x="4809017" y="1484367"/>
            <a:ext cx="12089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a:t>2.2</a:t>
            </a:r>
          </a:p>
        </p:txBody>
      </p:sp>
      <p:grpSp>
        <p:nvGrpSpPr>
          <p:cNvPr id="43" name="Google Shape;487;p31">
            <a:extLst>
              <a:ext uri="{FF2B5EF4-FFF2-40B4-BE49-F238E27FC236}">
                <a16:creationId xmlns:a16="http://schemas.microsoft.com/office/drawing/2014/main" id="{12D60B21-B0EF-242E-4378-7304C2870D45}"/>
              </a:ext>
            </a:extLst>
          </p:cNvPr>
          <p:cNvGrpSpPr/>
          <p:nvPr/>
        </p:nvGrpSpPr>
        <p:grpSpPr>
          <a:xfrm>
            <a:off x="714750" y="2507691"/>
            <a:ext cx="3771900" cy="1071657"/>
            <a:chOff x="4754850" y="1600325"/>
            <a:chExt cx="3771900" cy="1412550"/>
          </a:xfrm>
        </p:grpSpPr>
        <p:sp>
          <p:nvSpPr>
            <p:cNvPr id="44" name="Google Shape;488;p31">
              <a:extLst>
                <a:ext uri="{FF2B5EF4-FFF2-40B4-BE49-F238E27FC236}">
                  <a16:creationId xmlns:a16="http://schemas.microsoft.com/office/drawing/2014/main" id="{C6F377F1-465A-1F28-59D5-437B008C427A}"/>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9;p31">
              <a:extLst>
                <a:ext uri="{FF2B5EF4-FFF2-40B4-BE49-F238E27FC236}">
                  <a16:creationId xmlns:a16="http://schemas.microsoft.com/office/drawing/2014/main" id="{ECF7C1DD-FE6D-4CAE-857F-97BE01B9C070}"/>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90;p31">
              <a:extLst>
                <a:ext uri="{FF2B5EF4-FFF2-40B4-BE49-F238E27FC236}">
                  <a16:creationId xmlns:a16="http://schemas.microsoft.com/office/drawing/2014/main" id="{5A053A21-32F4-A9CA-BD3C-E7478A39846D}"/>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7" name="Google Shape;495;p31">
            <a:extLst>
              <a:ext uri="{FF2B5EF4-FFF2-40B4-BE49-F238E27FC236}">
                <a16:creationId xmlns:a16="http://schemas.microsoft.com/office/drawing/2014/main" id="{8C6691F7-4992-CC88-922A-BFB320AE0692}"/>
              </a:ext>
            </a:extLst>
          </p:cNvPr>
          <p:cNvSpPr txBox="1">
            <a:spLocks/>
          </p:cNvSpPr>
          <p:nvPr/>
        </p:nvSpPr>
        <p:spPr>
          <a:xfrm>
            <a:off x="1796559" y="2413622"/>
            <a:ext cx="2850322" cy="83933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Yêu cầu phi chức năng</a:t>
            </a:r>
          </a:p>
        </p:txBody>
      </p:sp>
      <p:sp>
        <p:nvSpPr>
          <p:cNvPr id="48" name="Google Shape;498;p31">
            <a:extLst>
              <a:ext uri="{FF2B5EF4-FFF2-40B4-BE49-F238E27FC236}">
                <a16:creationId xmlns:a16="http://schemas.microsoft.com/office/drawing/2014/main" id="{D24987BE-54E8-B384-0F58-B759EE031647}"/>
              </a:ext>
            </a:extLst>
          </p:cNvPr>
          <p:cNvSpPr txBox="1">
            <a:spLocks/>
          </p:cNvSpPr>
          <p:nvPr/>
        </p:nvSpPr>
        <p:spPr>
          <a:xfrm>
            <a:off x="714983" y="2662875"/>
            <a:ext cx="124180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a:t>2.3</a:t>
            </a:r>
          </a:p>
        </p:txBody>
      </p:sp>
      <p:grpSp>
        <p:nvGrpSpPr>
          <p:cNvPr id="57" name="Google Shape;487;p31">
            <a:extLst>
              <a:ext uri="{FF2B5EF4-FFF2-40B4-BE49-F238E27FC236}">
                <a16:creationId xmlns:a16="http://schemas.microsoft.com/office/drawing/2014/main" id="{A008ABDE-D2F8-B7AC-5E67-E400ECA43588}"/>
              </a:ext>
            </a:extLst>
          </p:cNvPr>
          <p:cNvGrpSpPr/>
          <p:nvPr/>
        </p:nvGrpSpPr>
        <p:grpSpPr>
          <a:xfrm>
            <a:off x="4808784" y="2522194"/>
            <a:ext cx="3771900" cy="1071657"/>
            <a:chOff x="4754850" y="1600325"/>
            <a:chExt cx="3771900" cy="1412550"/>
          </a:xfrm>
        </p:grpSpPr>
        <p:sp>
          <p:nvSpPr>
            <p:cNvPr id="58" name="Google Shape;488;p31">
              <a:extLst>
                <a:ext uri="{FF2B5EF4-FFF2-40B4-BE49-F238E27FC236}">
                  <a16:creationId xmlns:a16="http://schemas.microsoft.com/office/drawing/2014/main" id="{FDE26B2A-93B2-143A-A4E1-318BE9B274E0}"/>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89;p31">
              <a:extLst>
                <a:ext uri="{FF2B5EF4-FFF2-40B4-BE49-F238E27FC236}">
                  <a16:creationId xmlns:a16="http://schemas.microsoft.com/office/drawing/2014/main" id="{8F18F4BB-853D-3335-E8D9-06738615D28C}"/>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490;p31">
              <a:extLst>
                <a:ext uri="{FF2B5EF4-FFF2-40B4-BE49-F238E27FC236}">
                  <a16:creationId xmlns:a16="http://schemas.microsoft.com/office/drawing/2014/main" id="{83699BEE-5836-B68A-76AF-A5D88075A02F}"/>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61" name="Google Shape;495;p31">
            <a:extLst>
              <a:ext uri="{FF2B5EF4-FFF2-40B4-BE49-F238E27FC236}">
                <a16:creationId xmlns:a16="http://schemas.microsoft.com/office/drawing/2014/main" id="{EB2CBCC9-963F-6F68-EC61-EE44F1C1AECC}"/>
              </a:ext>
            </a:extLst>
          </p:cNvPr>
          <p:cNvSpPr txBox="1">
            <a:spLocks/>
          </p:cNvSpPr>
          <p:nvPr/>
        </p:nvSpPr>
        <p:spPr>
          <a:xfrm>
            <a:off x="6051660" y="2649546"/>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Xác định đối tượng</a:t>
            </a:r>
          </a:p>
        </p:txBody>
      </p:sp>
      <p:sp>
        <p:nvSpPr>
          <p:cNvPr id="62" name="Google Shape;498;p31">
            <a:extLst>
              <a:ext uri="{FF2B5EF4-FFF2-40B4-BE49-F238E27FC236}">
                <a16:creationId xmlns:a16="http://schemas.microsoft.com/office/drawing/2014/main" id="{18B65EBD-48D1-8DCF-79F2-45A1E95607BD}"/>
              </a:ext>
            </a:extLst>
          </p:cNvPr>
          <p:cNvSpPr txBox="1">
            <a:spLocks/>
          </p:cNvSpPr>
          <p:nvPr/>
        </p:nvSpPr>
        <p:spPr>
          <a:xfrm>
            <a:off x="4809017" y="2677378"/>
            <a:ext cx="124180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a:t>2.4</a:t>
            </a:r>
          </a:p>
        </p:txBody>
      </p:sp>
      <p:pic>
        <p:nvPicPr>
          <p:cNvPr id="458" name="Picture 457" descr="Icon&#10;&#10;Description automatically generated">
            <a:extLst>
              <a:ext uri="{FF2B5EF4-FFF2-40B4-BE49-F238E27FC236}">
                <a16:creationId xmlns:a16="http://schemas.microsoft.com/office/drawing/2014/main" id="{62F3A7A7-FFB4-6D46-D507-A704B856BD0F}"/>
              </a:ext>
            </a:extLst>
          </p:cNvPr>
          <p:cNvPicPr>
            <a:picLocks noChangeAspect="1"/>
          </p:cNvPicPr>
          <p:nvPr/>
        </p:nvPicPr>
        <p:blipFill>
          <a:blip r:embed="rId3"/>
          <a:stretch>
            <a:fillRect/>
          </a:stretch>
        </p:blipFill>
        <p:spPr>
          <a:xfrm>
            <a:off x="4906197" y="3751044"/>
            <a:ext cx="974304" cy="974304"/>
          </a:xfrm>
          <a:prstGeom prst="rect">
            <a:avLst/>
          </a:prstGeom>
        </p:spPr>
      </p:pic>
      <p:pic>
        <p:nvPicPr>
          <p:cNvPr id="460" name="Picture 459" descr="Icon&#10;&#10;Description automatically generated">
            <a:extLst>
              <a:ext uri="{FF2B5EF4-FFF2-40B4-BE49-F238E27FC236}">
                <a16:creationId xmlns:a16="http://schemas.microsoft.com/office/drawing/2014/main" id="{A88669DE-7502-1B21-DBA7-24EA21E110C8}"/>
              </a:ext>
            </a:extLst>
          </p:cNvPr>
          <p:cNvPicPr>
            <a:picLocks noChangeAspect="1"/>
          </p:cNvPicPr>
          <p:nvPr/>
        </p:nvPicPr>
        <p:blipFill>
          <a:blip r:embed="rId4"/>
          <a:stretch>
            <a:fillRect/>
          </a:stretch>
        </p:blipFill>
        <p:spPr>
          <a:xfrm>
            <a:off x="6218253" y="3732687"/>
            <a:ext cx="1002353" cy="1002353"/>
          </a:xfrm>
          <a:prstGeom prst="rect">
            <a:avLst/>
          </a:prstGeom>
        </p:spPr>
      </p:pic>
      <p:pic>
        <p:nvPicPr>
          <p:cNvPr id="462" name="Picture 461" descr="Icon&#10;&#10;Description automatically generated">
            <a:extLst>
              <a:ext uri="{FF2B5EF4-FFF2-40B4-BE49-F238E27FC236}">
                <a16:creationId xmlns:a16="http://schemas.microsoft.com/office/drawing/2014/main" id="{45499B56-D896-B99A-D33C-3EAAED38E937}"/>
              </a:ext>
            </a:extLst>
          </p:cNvPr>
          <p:cNvPicPr>
            <a:picLocks noChangeAspect="1"/>
          </p:cNvPicPr>
          <p:nvPr/>
        </p:nvPicPr>
        <p:blipFill>
          <a:blip r:embed="rId5"/>
          <a:stretch>
            <a:fillRect/>
          </a:stretch>
        </p:blipFill>
        <p:spPr>
          <a:xfrm>
            <a:off x="7503000" y="3699611"/>
            <a:ext cx="1077684" cy="107768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73EE989B-634C-C46E-E6A3-9BE55E24AC03}"/>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45553022-F22C-F597-4D91-3FE3C9B9052A}"/>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vi-VN" b="1">
                <a:latin typeface="Oswald" pitchFamily="2" charset="0"/>
              </a:rPr>
              <a:t>PHÂN TÍCH BÀI TOÁN</a:t>
            </a:r>
          </a:p>
        </p:txBody>
      </p:sp>
      <p:sp>
        <p:nvSpPr>
          <p:cNvPr id="508" name="Google Shape;508;p31">
            <a:extLst>
              <a:ext uri="{FF2B5EF4-FFF2-40B4-BE49-F238E27FC236}">
                <a16:creationId xmlns:a16="http://schemas.microsoft.com/office/drawing/2014/main" id="{9BB38C3B-0271-AA37-831F-813954CE2100}"/>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3D6774BE-1F7B-131F-C1C8-890E63ED3C45}"/>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3F8CFF4B-BCBF-30A8-BCDC-3525C261F21B}"/>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96AF2267-3B88-1632-2D42-057AF8401EA2}"/>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B804B5D7-ACC8-4335-3752-75FC96426C67}"/>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7FFF5AED-3DB1-6836-2295-069F6B2EEF6B}"/>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9AAEF9E7-227B-C763-023B-5015A11723C1}"/>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CC9E8712-26EC-A1D1-829F-39FB2B8CDEA5}"/>
              </a:ext>
            </a:extLst>
          </p:cNvPr>
          <p:cNvSpPr txBox="1">
            <a:spLocks/>
          </p:cNvSpPr>
          <p:nvPr/>
        </p:nvSpPr>
        <p:spPr>
          <a:xfrm>
            <a:off x="1408265" y="1286888"/>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Mô tả bài toán</a:t>
            </a:r>
          </a:p>
        </p:txBody>
      </p:sp>
      <p:sp>
        <p:nvSpPr>
          <p:cNvPr id="41" name="Google Shape;498;p31">
            <a:extLst>
              <a:ext uri="{FF2B5EF4-FFF2-40B4-BE49-F238E27FC236}">
                <a16:creationId xmlns:a16="http://schemas.microsoft.com/office/drawing/2014/main" id="{82B695A4-B7CF-9ECA-4256-53798E8F2E70}"/>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2.1</a:t>
            </a:r>
            <a:endParaRPr lang="en" sz="2800"/>
          </a:p>
        </p:txBody>
      </p:sp>
      <p:sp>
        <p:nvSpPr>
          <p:cNvPr id="42" name="Google Shape;499;p31">
            <a:extLst>
              <a:ext uri="{FF2B5EF4-FFF2-40B4-BE49-F238E27FC236}">
                <a16:creationId xmlns:a16="http://schemas.microsoft.com/office/drawing/2014/main" id="{F9F37BD4-FBEF-AA98-076A-FF2B6FE05E8B}"/>
              </a:ext>
            </a:extLst>
          </p:cNvPr>
          <p:cNvSpPr txBox="1">
            <a:spLocks/>
          </p:cNvSpPr>
          <p:nvPr/>
        </p:nvSpPr>
        <p:spPr>
          <a:xfrm>
            <a:off x="768663" y="1745641"/>
            <a:ext cx="6829566" cy="26395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a:latin typeface="Oswald Light" pitchFamily="2" charset="0"/>
              </a:rPr>
              <a:t>Nhu cầu xem Anime, Manga và Light Novel ngày càng phổ biến.</a:t>
            </a:r>
          </a:p>
          <a:p>
            <a:pPr marL="0" indent="0" algn="just">
              <a:lnSpc>
                <a:spcPct val="150000"/>
              </a:lnSpc>
            </a:pPr>
            <a:r>
              <a:rPr lang="vi-VN" sz="1600">
                <a:latin typeface="Oswald Light" pitchFamily="2" charset="0"/>
              </a:rPr>
              <a:t>Người dùng thường cần tìm thông tin như nội dung, thể loại, rating, trailer trước khi xem.</a:t>
            </a:r>
          </a:p>
          <a:p>
            <a:pPr marL="0" indent="0" algn="just">
              <a:lnSpc>
                <a:spcPct val="150000"/>
              </a:lnSpc>
            </a:pPr>
            <a:r>
              <a:rPr lang="vi-VN" sz="1600">
                <a:latin typeface="Oswald Light" pitchFamily="2" charset="0"/>
              </a:rPr>
              <a:t>Tuy nhiên, các thông tin này thường phân tán trên nhiều website và nền tảng khác nhau.</a:t>
            </a:r>
          </a:p>
          <a:p>
            <a:pPr marL="0" indent="0" algn="just">
              <a:lnSpc>
                <a:spcPct val="150000"/>
              </a:lnSpc>
            </a:pPr>
            <a:r>
              <a:rPr lang="vi-VN" sz="1600">
                <a:latin typeface="Oswald Light" pitchFamily="2" charset="0"/>
              </a:rPr>
              <a:t>Vì vậy cần một ứng dụng giúp tìm kiếm và xem thông tin Anime nhanh chóng và tiện lợi.</a:t>
            </a:r>
          </a:p>
          <a:p>
            <a:pPr marL="0" indent="0" algn="just">
              <a:lnSpc>
                <a:spcPct val="150000"/>
              </a:lnSpc>
            </a:pPr>
            <a:r>
              <a:rPr lang="vi-VN" sz="1600">
                <a:latin typeface="Oswald Light" pitchFamily="2" charset="0"/>
              </a:rPr>
              <a:t>Ứng dụng Magic Anime được xây dựng trên Android, sử dụng AniList GraphQL API để cung cấp dữ liệu Anime cho người dùng.</a:t>
            </a:r>
            <a:endParaRPr lang="en-US" sz="1600">
              <a:latin typeface="Oswald Light" pitchFamily="2" charset="0"/>
            </a:endParaRPr>
          </a:p>
        </p:txBody>
      </p:sp>
      <p:pic>
        <p:nvPicPr>
          <p:cNvPr id="2" name="Picture 1">
            <a:extLst>
              <a:ext uri="{FF2B5EF4-FFF2-40B4-BE49-F238E27FC236}">
                <a16:creationId xmlns:a16="http://schemas.microsoft.com/office/drawing/2014/main" id="{356C2D46-C592-6FCC-2F4B-F704D9AF0B71}"/>
              </a:ext>
            </a:extLst>
          </p:cNvPr>
          <p:cNvPicPr>
            <a:picLocks noChangeAspect="1"/>
          </p:cNvPicPr>
          <p:nvPr/>
        </p:nvPicPr>
        <p:blipFill>
          <a:blip r:embed="rId3"/>
          <a:stretch>
            <a:fillRect/>
          </a:stretch>
        </p:blipFill>
        <p:spPr>
          <a:xfrm>
            <a:off x="7128503" y="1741284"/>
            <a:ext cx="1452181" cy="1452181"/>
          </a:xfrm>
          <a:prstGeom prst="rect">
            <a:avLst/>
          </a:prstGeom>
        </p:spPr>
      </p:pic>
    </p:spTree>
    <p:extLst>
      <p:ext uri="{BB962C8B-B14F-4D97-AF65-F5344CB8AC3E}">
        <p14:creationId xmlns:p14="http://schemas.microsoft.com/office/powerpoint/2010/main" val="3146819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EEEC7616-3477-297B-A724-462595F860F5}"/>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A6C64FD5-68E8-6E6B-8374-2AFAFBF9E016}"/>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vi-VN" b="1">
                <a:latin typeface="Oswald" pitchFamily="2" charset="0"/>
              </a:rPr>
              <a:t>PHÂN TÍCH BÀI TOÁN</a:t>
            </a:r>
          </a:p>
        </p:txBody>
      </p:sp>
      <p:sp>
        <p:nvSpPr>
          <p:cNvPr id="508" name="Google Shape;508;p31">
            <a:extLst>
              <a:ext uri="{FF2B5EF4-FFF2-40B4-BE49-F238E27FC236}">
                <a16:creationId xmlns:a16="http://schemas.microsoft.com/office/drawing/2014/main" id="{F6989824-74EF-DAE5-DD15-DC75FE3F54D9}"/>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42BBC357-25A0-EE57-E035-FCCAF500A96D}"/>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8755AF5D-EB91-1765-B4C5-C468C08368A5}"/>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0E6432A1-1168-5DD8-3514-5D307E5448C9}"/>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E4159E47-5573-92B4-BCEE-4F27C73A4FE9}"/>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0C2C4DD1-5D0B-5CE2-B66D-6FCDB3C2C1F9}"/>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CEA75429-D7FE-F5D1-BE5A-803FAA118AD3}"/>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19370E57-2C2E-C8EE-376B-419061C2FC15}"/>
              </a:ext>
            </a:extLst>
          </p:cNvPr>
          <p:cNvSpPr txBox="1">
            <a:spLocks/>
          </p:cNvSpPr>
          <p:nvPr/>
        </p:nvSpPr>
        <p:spPr>
          <a:xfrm>
            <a:off x="1408265" y="1286888"/>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Yêu cầu chức năng</a:t>
            </a:r>
          </a:p>
        </p:txBody>
      </p:sp>
      <p:sp>
        <p:nvSpPr>
          <p:cNvPr id="41" name="Google Shape;498;p31">
            <a:extLst>
              <a:ext uri="{FF2B5EF4-FFF2-40B4-BE49-F238E27FC236}">
                <a16:creationId xmlns:a16="http://schemas.microsoft.com/office/drawing/2014/main" id="{A8B2EDAE-490C-95D0-8E23-A40652500EAE}"/>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2.2</a:t>
            </a:r>
            <a:endParaRPr lang="en" sz="2800"/>
          </a:p>
        </p:txBody>
      </p:sp>
      <p:sp>
        <p:nvSpPr>
          <p:cNvPr id="42" name="Google Shape;499;p31">
            <a:extLst>
              <a:ext uri="{FF2B5EF4-FFF2-40B4-BE49-F238E27FC236}">
                <a16:creationId xmlns:a16="http://schemas.microsoft.com/office/drawing/2014/main" id="{37DC5902-84DC-B21A-F354-1634DCC842F7}"/>
              </a:ext>
            </a:extLst>
          </p:cNvPr>
          <p:cNvSpPr txBox="1">
            <a:spLocks/>
          </p:cNvSpPr>
          <p:nvPr/>
        </p:nvSpPr>
        <p:spPr>
          <a:xfrm>
            <a:off x="768663" y="1745641"/>
            <a:ext cx="6219966" cy="2639546"/>
          </a:xfrm>
          <a:prstGeom prst="rect">
            <a:avLst/>
          </a:prstGeom>
          <a:noFill/>
          <a:ln>
            <a:noFill/>
          </a:ln>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b="1">
                <a:latin typeface="Oswald Light" pitchFamily="2" charset="0"/>
              </a:rPr>
              <a:t>Hiển thị danh sách Anime/Manga</a:t>
            </a:r>
          </a:p>
          <a:p>
            <a:pPr marL="285750" indent="-285750" algn="just">
              <a:lnSpc>
                <a:spcPct val="150000"/>
              </a:lnSpc>
              <a:buFont typeface="Arial" panose="020B0604020202020204" pitchFamily="34" charset="0"/>
              <a:buChar char="•"/>
            </a:pPr>
            <a:r>
              <a:rPr lang="vi-VN" sz="1600">
                <a:latin typeface="Oswald Light" pitchFamily="2" charset="0"/>
              </a:rPr>
              <a:t>Hiển thị nội dung phổ biến, đang phát sóng hoặc sắp ra mắt (poster, rating, số tập).</a:t>
            </a:r>
          </a:p>
          <a:p>
            <a:pPr marL="0" indent="0" algn="just">
              <a:lnSpc>
                <a:spcPct val="150000"/>
              </a:lnSpc>
            </a:pPr>
            <a:r>
              <a:rPr lang="vi-VN" sz="1600" b="1">
                <a:latin typeface="Oswald Light" pitchFamily="2" charset="0"/>
              </a:rPr>
              <a:t>Xem thông tin chi tiết</a:t>
            </a:r>
          </a:p>
          <a:p>
            <a:pPr marL="285750" indent="-285750" algn="just">
              <a:lnSpc>
                <a:spcPct val="150000"/>
              </a:lnSpc>
              <a:buFont typeface="Arial" panose="020B0604020202020204" pitchFamily="34" charset="0"/>
              <a:buChar char="•"/>
            </a:pPr>
            <a:r>
              <a:rPr lang="vi-VN" sz="1600">
                <a:latin typeface="Oswald Light" pitchFamily="2" charset="0"/>
              </a:rPr>
              <a:t>Hiển thị mô tả, thể loại, poster, rating, số tập hoặc thông tin Manga/Novel.</a:t>
            </a:r>
          </a:p>
          <a:p>
            <a:pPr marL="0" indent="0" algn="just">
              <a:lnSpc>
                <a:spcPct val="150000"/>
              </a:lnSpc>
            </a:pPr>
            <a:r>
              <a:rPr lang="vi-VN" sz="1600" b="1">
                <a:latin typeface="Oswald Light" pitchFamily="2" charset="0"/>
              </a:rPr>
              <a:t>Xem trailer Anime</a:t>
            </a:r>
          </a:p>
          <a:p>
            <a:pPr marL="285750" indent="-285750" algn="just">
              <a:lnSpc>
                <a:spcPct val="150000"/>
              </a:lnSpc>
              <a:buFont typeface="Arial" panose="020B0604020202020204" pitchFamily="34" charset="0"/>
              <a:buChar char="•"/>
            </a:pPr>
            <a:r>
              <a:rPr lang="vi-VN" sz="1600">
                <a:latin typeface="Oswald Light" pitchFamily="2" charset="0"/>
              </a:rPr>
              <a:t>Phát trailer trực tiếp từ YouTube trong ứng dụng.</a:t>
            </a:r>
          </a:p>
          <a:p>
            <a:pPr marL="0" indent="0" algn="just">
              <a:lnSpc>
                <a:spcPct val="150000"/>
              </a:lnSpc>
            </a:pPr>
            <a:r>
              <a:rPr lang="vi-VN" sz="1600" b="1">
                <a:latin typeface="Oswald Light" pitchFamily="2" charset="0"/>
              </a:rPr>
              <a:t>Tìm kiếm Anime/Manga</a:t>
            </a:r>
          </a:p>
          <a:p>
            <a:pPr marL="285750" indent="-285750" algn="just">
              <a:lnSpc>
                <a:spcPct val="150000"/>
              </a:lnSpc>
              <a:buFont typeface="Arial" panose="020B0604020202020204" pitchFamily="34" charset="0"/>
              <a:buChar char="•"/>
            </a:pPr>
            <a:r>
              <a:rPr lang="vi-VN" sz="1600">
                <a:latin typeface="Oswald Light" pitchFamily="2" charset="0"/>
              </a:rPr>
              <a:t>Tìm kiếm nội dung theo tên và hiển thị kết quả   nhanh chóng.</a:t>
            </a:r>
            <a:endParaRPr lang="en-US" sz="1600">
              <a:latin typeface="Oswald Light" pitchFamily="2" charset="0"/>
            </a:endParaRPr>
          </a:p>
        </p:txBody>
      </p:sp>
      <p:pic>
        <p:nvPicPr>
          <p:cNvPr id="2" name="Picture 1">
            <a:extLst>
              <a:ext uri="{FF2B5EF4-FFF2-40B4-BE49-F238E27FC236}">
                <a16:creationId xmlns:a16="http://schemas.microsoft.com/office/drawing/2014/main" id="{7D890DE0-9CD5-44EB-A818-AE48CC8E9423}"/>
              </a:ext>
            </a:extLst>
          </p:cNvPr>
          <p:cNvPicPr>
            <a:picLocks noChangeAspect="1"/>
          </p:cNvPicPr>
          <p:nvPr/>
        </p:nvPicPr>
        <p:blipFill>
          <a:blip r:embed="rId3"/>
          <a:stretch>
            <a:fillRect/>
          </a:stretch>
        </p:blipFill>
        <p:spPr>
          <a:xfrm>
            <a:off x="7096326" y="2933006"/>
            <a:ext cx="1452181" cy="1452181"/>
          </a:xfrm>
          <a:prstGeom prst="rect">
            <a:avLst/>
          </a:prstGeom>
        </p:spPr>
      </p:pic>
    </p:spTree>
    <p:extLst>
      <p:ext uri="{BB962C8B-B14F-4D97-AF65-F5344CB8AC3E}">
        <p14:creationId xmlns:p14="http://schemas.microsoft.com/office/powerpoint/2010/main" val="1096477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FFDDD597-D0EE-085C-B9A9-CE66B0923D9B}"/>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542B0A43-8A4C-8234-3EC6-936B1A4616ED}"/>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vi-VN" b="1">
                <a:latin typeface="Oswald" pitchFamily="2" charset="0"/>
              </a:rPr>
              <a:t>PHÂN TÍCH BÀI TOÁN</a:t>
            </a:r>
          </a:p>
        </p:txBody>
      </p:sp>
      <p:sp>
        <p:nvSpPr>
          <p:cNvPr id="508" name="Google Shape;508;p31">
            <a:extLst>
              <a:ext uri="{FF2B5EF4-FFF2-40B4-BE49-F238E27FC236}">
                <a16:creationId xmlns:a16="http://schemas.microsoft.com/office/drawing/2014/main" id="{EBAE740E-7453-84EE-60E6-1826ACB8480D}"/>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FC9AD5A5-8F58-D1CD-F1DF-0474081863CB}"/>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952CA954-E317-8DFC-754B-1DB495FF134E}"/>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5D71FC3A-44CD-0838-3948-B3551CFC36BD}"/>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BC0006F9-910A-FD1B-8E51-D5CD276F62E8}"/>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96EAA5A6-7DCD-6355-B12D-737156442B20}"/>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2B374AD5-CA8A-C44C-AA3E-257517F6DE6B}"/>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2A553FA0-7EFA-2C85-B634-21F1032A0D0C}"/>
              </a:ext>
            </a:extLst>
          </p:cNvPr>
          <p:cNvSpPr txBox="1">
            <a:spLocks/>
          </p:cNvSpPr>
          <p:nvPr/>
        </p:nvSpPr>
        <p:spPr>
          <a:xfrm>
            <a:off x="1408265" y="1286888"/>
            <a:ext cx="23775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Yêu cầu chức năng</a:t>
            </a:r>
          </a:p>
        </p:txBody>
      </p:sp>
      <p:sp>
        <p:nvSpPr>
          <p:cNvPr id="41" name="Google Shape;498;p31">
            <a:extLst>
              <a:ext uri="{FF2B5EF4-FFF2-40B4-BE49-F238E27FC236}">
                <a16:creationId xmlns:a16="http://schemas.microsoft.com/office/drawing/2014/main" id="{B4A38A6C-FA12-1AB0-A5E3-B1E10EDC344D}"/>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2.2</a:t>
            </a:r>
            <a:endParaRPr lang="en" sz="2800"/>
          </a:p>
        </p:txBody>
      </p:sp>
      <p:sp>
        <p:nvSpPr>
          <p:cNvPr id="42" name="Google Shape;499;p31">
            <a:extLst>
              <a:ext uri="{FF2B5EF4-FFF2-40B4-BE49-F238E27FC236}">
                <a16:creationId xmlns:a16="http://schemas.microsoft.com/office/drawing/2014/main" id="{EFD6319C-D18B-9A14-CC4B-9DE1161D7EDF}"/>
              </a:ext>
            </a:extLst>
          </p:cNvPr>
          <p:cNvSpPr txBox="1">
            <a:spLocks/>
          </p:cNvSpPr>
          <p:nvPr/>
        </p:nvSpPr>
        <p:spPr>
          <a:xfrm>
            <a:off x="768663" y="1745641"/>
            <a:ext cx="6219966" cy="2639546"/>
          </a:xfrm>
          <a:prstGeom prst="rect">
            <a:avLst/>
          </a:prstGeom>
          <a:noFill/>
          <a:ln>
            <a:noFill/>
          </a:ln>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b="1">
                <a:latin typeface="Oswald Light" pitchFamily="2" charset="0"/>
              </a:rPr>
              <a:t>Danh sách yêu thích (Favorite)</a:t>
            </a:r>
          </a:p>
          <a:p>
            <a:pPr marL="0" indent="0" algn="just">
              <a:lnSpc>
                <a:spcPct val="150000"/>
              </a:lnSpc>
            </a:pPr>
            <a:r>
              <a:rPr lang="vi-VN" sz="1600">
                <a:latin typeface="Oswald Light" pitchFamily="2" charset="0"/>
              </a:rPr>
              <a:t>Lưu Anime/Manga yêu thích bằng Firebase Firestore.</a:t>
            </a:r>
          </a:p>
          <a:p>
            <a:pPr marL="0" indent="0" algn="just">
              <a:lnSpc>
                <a:spcPct val="150000"/>
              </a:lnSpc>
            </a:pPr>
            <a:r>
              <a:rPr lang="vi-VN" sz="1600" b="1">
                <a:latin typeface="Oswald Light" pitchFamily="2" charset="0"/>
              </a:rPr>
              <a:t>Lịch sử xem (History)</a:t>
            </a:r>
          </a:p>
          <a:p>
            <a:pPr marL="0" indent="0" algn="just">
              <a:lnSpc>
                <a:spcPct val="150000"/>
              </a:lnSpc>
            </a:pPr>
            <a:r>
              <a:rPr lang="vi-VN" sz="1600">
                <a:latin typeface="Oswald Light" pitchFamily="2" charset="0"/>
              </a:rPr>
              <a:t>Lưu các nội dung đã xem để truy cập lại dễ dàng.</a:t>
            </a:r>
          </a:p>
          <a:p>
            <a:pPr marL="0" indent="0" algn="just">
              <a:lnSpc>
                <a:spcPct val="150000"/>
              </a:lnSpc>
            </a:pPr>
            <a:r>
              <a:rPr lang="vi-VN" sz="1600" b="1">
                <a:latin typeface="Oswald Light" pitchFamily="2" charset="0"/>
              </a:rPr>
              <a:t>Bộ lọc nội dung</a:t>
            </a:r>
          </a:p>
          <a:p>
            <a:pPr marL="0" indent="0" algn="just">
              <a:lnSpc>
                <a:spcPct val="150000"/>
              </a:lnSpc>
            </a:pPr>
            <a:r>
              <a:rPr lang="vi-VN" sz="1600">
                <a:latin typeface="Oswald Light" pitchFamily="2" charset="0"/>
              </a:rPr>
              <a:t>Hỗ trợ các chế độ Safe / 16+ / 18+.</a:t>
            </a:r>
            <a:endParaRPr lang="en-US" sz="1600">
              <a:latin typeface="Oswald Light" pitchFamily="2" charset="0"/>
            </a:endParaRPr>
          </a:p>
        </p:txBody>
      </p:sp>
      <p:pic>
        <p:nvPicPr>
          <p:cNvPr id="2" name="Picture 1">
            <a:extLst>
              <a:ext uri="{FF2B5EF4-FFF2-40B4-BE49-F238E27FC236}">
                <a16:creationId xmlns:a16="http://schemas.microsoft.com/office/drawing/2014/main" id="{82BF8FED-683B-C2EB-E3A1-0753C4E55770}"/>
              </a:ext>
            </a:extLst>
          </p:cNvPr>
          <p:cNvPicPr>
            <a:picLocks noChangeAspect="1"/>
          </p:cNvPicPr>
          <p:nvPr/>
        </p:nvPicPr>
        <p:blipFill>
          <a:blip r:embed="rId3"/>
          <a:stretch>
            <a:fillRect/>
          </a:stretch>
        </p:blipFill>
        <p:spPr>
          <a:xfrm>
            <a:off x="4723498" y="2146442"/>
            <a:ext cx="1452181" cy="1452181"/>
          </a:xfrm>
          <a:prstGeom prst="rect">
            <a:avLst/>
          </a:prstGeom>
        </p:spPr>
      </p:pic>
    </p:spTree>
    <p:extLst>
      <p:ext uri="{BB962C8B-B14F-4D97-AF65-F5344CB8AC3E}">
        <p14:creationId xmlns:p14="http://schemas.microsoft.com/office/powerpoint/2010/main" val="1385723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504" name="Google Shape;504;p31"/>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b="1">
                <a:latin typeface="Oswald" pitchFamily="2" charset="0"/>
              </a:rPr>
              <a:t>PHÂN TÍCH BÀI TOÁN</a:t>
            </a:r>
            <a:endParaRPr b="1">
              <a:latin typeface="Oswald" pitchFamily="2" charset="0"/>
            </a:endParaRPr>
          </a:p>
        </p:txBody>
      </p:sp>
      <p:sp>
        <p:nvSpPr>
          <p:cNvPr id="508" name="Google Shape;508;p31"/>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487;p31">
            <a:extLst>
              <a:ext uri="{FF2B5EF4-FFF2-40B4-BE49-F238E27FC236}">
                <a16:creationId xmlns:a16="http://schemas.microsoft.com/office/drawing/2014/main" id="{392DECBA-3855-4C69-31B2-DC67F349DBD6}"/>
              </a:ext>
            </a:extLst>
          </p:cNvPr>
          <p:cNvGrpSpPr/>
          <p:nvPr/>
        </p:nvGrpSpPr>
        <p:grpSpPr>
          <a:xfrm>
            <a:off x="660966" y="1329183"/>
            <a:ext cx="7919718" cy="3341140"/>
            <a:chOff x="4754850" y="1600325"/>
            <a:chExt cx="3771900" cy="1412550"/>
          </a:xfrm>
        </p:grpSpPr>
        <p:sp>
          <p:nvSpPr>
            <p:cNvPr id="37" name="Google Shape;488;p31">
              <a:extLst>
                <a:ext uri="{FF2B5EF4-FFF2-40B4-BE49-F238E27FC236}">
                  <a16:creationId xmlns:a16="http://schemas.microsoft.com/office/drawing/2014/main" id="{E958EA70-41EC-A26F-EA1E-67496245E4D5}"/>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9;p31">
              <a:extLst>
                <a:ext uri="{FF2B5EF4-FFF2-40B4-BE49-F238E27FC236}">
                  <a16:creationId xmlns:a16="http://schemas.microsoft.com/office/drawing/2014/main" id="{331FE69B-03A8-4201-2BC7-480C934AA676}"/>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490;p31">
              <a:extLst>
                <a:ext uri="{FF2B5EF4-FFF2-40B4-BE49-F238E27FC236}">
                  <a16:creationId xmlns:a16="http://schemas.microsoft.com/office/drawing/2014/main" id="{2EDDFFF6-D773-E507-3D6E-BCE0165366DB}"/>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0" name="Google Shape;495;p31">
            <a:extLst>
              <a:ext uri="{FF2B5EF4-FFF2-40B4-BE49-F238E27FC236}">
                <a16:creationId xmlns:a16="http://schemas.microsoft.com/office/drawing/2014/main" id="{0854AAB0-D808-9BC6-CA42-CDA4FD85E829}"/>
              </a:ext>
            </a:extLst>
          </p:cNvPr>
          <p:cNvSpPr txBox="1">
            <a:spLocks/>
          </p:cNvSpPr>
          <p:nvPr/>
        </p:nvSpPr>
        <p:spPr>
          <a:xfrm>
            <a:off x="1408264" y="1286888"/>
            <a:ext cx="3011335"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Yêu cầu phi chức năng</a:t>
            </a:r>
          </a:p>
        </p:txBody>
      </p:sp>
      <p:sp>
        <p:nvSpPr>
          <p:cNvPr id="41" name="Google Shape;498;p31">
            <a:extLst>
              <a:ext uri="{FF2B5EF4-FFF2-40B4-BE49-F238E27FC236}">
                <a16:creationId xmlns:a16="http://schemas.microsoft.com/office/drawing/2014/main" id="{855DE518-495E-AE3F-16B7-7B2F9F95EA0F}"/>
              </a:ext>
            </a:extLst>
          </p:cNvPr>
          <p:cNvSpPr txBox="1">
            <a:spLocks/>
          </p:cNvSpPr>
          <p:nvPr/>
        </p:nvSpPr>
        <p:spPr>
          <a:xfrm>
            <a:off x="660336" y="1377633"/>
            <a:ext cx="913357" cy="38440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a:t>2.3</a:t>
            </a:r>
          </a:p>
        </p:txBody>
      </p:sp>
      <p:sp>
        <p:nvSpPr>
          <p:cNvPr id="42" name="Google Shape;499;p31">
            <a:extLst>
              <a:ext uri="{FF2B5EF4-FFF2-40B4-BE49-F238E27FC236}">
                <a16:creationId xmlns:a16="http://schemas.microsoft.com/office/drawing/2014/main" id="{4C886943-C93E-9E68-0095-709B1B4249EF}"/>
              </a:ext>
            </a:extLst>
          </p:cNvPr>
          <p:cNvSpPr txBox="1">
            <a:spLocks/>
          </p:cNvSpPr>
          <p:nvPr/>
        </p:nvSpPr>
        <p:spPr>
          <a:xfrm>
            <a:off x="768663" y="1745641"/>
            <a:ext cx="7203075" cy="26395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b="1">
                <a:latin typeface="Oswald Light" pitchFamily="2" charset="0"/>
              </a:rPr>
              <a:t>Hiệu năng</a:t>
            </a:r>
          </a:p>
          <a:p>
            <a:pPr marL="0" indent="0" algn="just">
              <a:lnSpc>
                <a:spcPct val="150000"/>
              </a:lnSpc>
            </a:pPr>
            <a:r>
              <a:rPr lang="vi-VN" sz="1600">
                <a:latin typeface="Oswald Light" pitchFamily="2" charset="0"/>
              </a:rPr>
              <a:t>Ứng dụng cần tải dữ liệu nhanh và phản hồi ổn định khi xem danh sách, chi tiết hoặc trailer Anime.</a:t>
            </a:r>
          </a:p>
          <a:p>
            <a:pPr marL="0" indent="0" algn="just">
              <a:lnSpc>
                <a:spcPct val="150000"/>
              </a:lnSpc>
            </a:pPr>
            <a:r>
              <a:rPr lang="vi-VN" sz="1600" b="1">
                <a:latin typeface="Oswald Light" pitchFamily="2" charset="0"/>
              </a:rPr>
              <a:t>Dễ sử dụng</a:t>
            </a:r>
          </a:p>
          <a:p>
            <a:pPr marL="0" indent="0" algn="just">
              <a:lnSpc>
                <a:spcPct val="150000"/>
              </a:lnSpc>
            </a:pPr>
            <a:r>
              <a:rPr lang="vi-VN" sz="1600">
                <a:latin typeface="Oswald Light" pitchFamily="2" charset="0"/>
              </a:rPr>
              <a:t>Giao diện đơn giản, trực quan, giúp người dùng dễ dàng tìm kiếm và xem thông tin Anime/Manga.</a:t>
            </a:r>
          </a:p>
          <a:p>
            <a:pPr marL="0" indent="0" algn="just">
              <a:lnSpc>
                <a:spcPct val="150000"/>
              </a:lnSpc>
            </a:pPr>
            <a:r>
              <a:rPr lang="vi-VN" sz="1600" b="1">
                <a:latin typeface="Oswald Light" pitchFamily="2" charset="0"/>
              </a:rPr>
              <a:t>Khả năng mở rộng</a:t>
            </a:r>
          </a:p>
          <a:p>
            <a:pPr marL="0" indent="0" algn="just">
              <a:lnSpc>
                <a:spcPct val="150000"/>
              </a:lnSpc>
            </a:pPr>
            <a:r>
              <a:rPr lang="vi-VN" sz="1600">
                <a:latin typeface="Oswald Light" pitchFamily="2" charset="0"/>
              </a:rPr>
              <a:t>Hệ thống được thiết kế rõ ràng để dễ nâng cấp và phát triển thêm chức năng trong tương lai.</a:t>
            </a:r>
            <a:endParaRPr lang="en-US" sz="1600">
              <a:latin typeface="Oswald Light" pitchFamily="2" charset="0"/>
            </a:endParaRPr>
          </a:p>
        </p:txBody>
      </p:sp>
      <p:pic>
        <p:nvPicPr>
          <p:cNvPr id="2" name="Picture 1">
            <a:extLst>
              <a:ext uri="{FF2B5EF4-FFF2-40B4-BE49-F238E27FC236}">
                <a16:creationId xmlns:a16="http://schemas.microsoft.com/office/drawing/2014/main" id="{FAB6E93A-1F85-1753-3C9E-75C66F966E80}"/>
              </a:ext>
            </a:extLst>
          </p:cNvPr>
          <p:cNvPicPr>
            <a:picLocks noChangeAspect="1"/>
          </p:cNvPicPr>
          <p:nvPr/>
        </p:nvPicPr>
        <p:blipFill>
          <a:blip r:embed="rId3"/>
          <a:stretch>
            <a:fillRect/>
          </a:stretch>
        </p:blipFill>
        <p:spPr>
          <a:xfrm flipH="1">
            <a:off x="7178413" y="1329183"/>
            <a:ext cx="742950" cy="742950"/>
          </a:xfrm>
          <a:prstGeom prst="rect">
            <a:avLst/>
          </a:prstGeom>
        </p:spPr>
      </p:pic>
      <p:pic>
        <p:nvPicPr>
          <p:cNvPr id="3" name="Picture 2">
            <a:extLst>
              <a:ext uri="{FF2B5EF4-FFF2-40B4-BE49-F238E27FC236}">
                <a16:creationId xmlns:a16="http://schemas.microsoft.com/office/drawing/2014/main" id="{E9981B21-25C9-3EF5-21C8-74B2DA9A8E38}"/>
              </a:ext>
            </a:extLst>
          </p:cNvPr>
          <p:cNvPicPr>
            <a:picLocks noChangeAspect="1"/>
          </p:cNvPicPr>
          <p:nvPr/>
        </p:nvPicPr>
        <p:blipFill>
          <a:blip r:embed="rId3"/>
          <a:stretch>
            <a:fillRect/>
          </a:stretch>
        </p:blipFill>
        <p:spPr>
          <a:xfrm flipH="1">
            <a:off x="6230116" y="1329183"/>
            <a:ext cx="742950" cy="742950"/>
          </a:xfrm>
          <a:prstGeom prst="rect">
            <a:avLst/>
          </a:prstGeom>
        </p:spPr>
      </p:pic>
    </p:spTree>
    <p:extLst>
      <p:ext uri="{BB962C8B-B14F-4D97-AF65-F5344CB8AC3E}">
        <p14:creationId xmlns:p14="http://schemas.microsoft.com/office/powerpoint/2010/main" val="2625771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4534E074-4C59-B5DE-64A4-E4438B7BC2F9}"/>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BF188627-F627-DC6E-57A0-A56DB6495635}"/>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b="1">
                <a:latin typeface="Oswald" pitchFamily="2" charset="0"/>
              </a:rPr>
              <a:t>PHÂN TÍCH BÀI TOÁN</a:t>
            </a:r>
            <a:endParaRPr b="1">
              <a:latin typeface="Oswald" pitchFamily="2" charset="0"/>
            </a:endParaRPr>
          </a:p>
        </p:txBody>
      </p:sp>
      <p:sp>
        <p:nvSpPr>
          <p:cNvPr id="508" name="Google Shape;508;p31">
            <a:extLst>
              <a:ext uri="{FF2B5EF4-FFF2-40B4-BE49-F238E27FC236}">
                <a16:creationId xmlns:a16="http://schemas.microsoft.com/office/drawing/2014/main" id="{DF1FE5EA-E208-73C3-A3AF-D77384687391}"/>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85999BB9-E156-0FD1-C19A-555D70AF60E3}"/>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2B642887-CFC3-72CD-99FE-A6C5F249C566}"/>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487;p31">
            <a:extLst>
              <a:ext uri="{FF2B5EF4-FFF2-40B4-BE49-F238E27FC236}">
                <a16:creationId xmlns:a16="http://schemas.microsoft.com/office/drawing/2014/main" id="{709E1DC0-907F-98EA-359F-6B5C0E9753AD}"/>
              </a:ext>
            </a:extLst>
          </p:cNvPr>
          <p:cNvGrpSpPr/>
          <p:nvPr/>
        </p:nvGrpSpPr>
        <p:grpSpPr>
          <a:xfrm>
            <a:off x="714750" y="1346665"/>
            <a:ext cx="7713300" cy="3362987"/>
            <a:chOff x="4754850" y="1600325"/>
            <a:chExt cx="3771900" cy="1412550"/>
          </a:xfrm>
        </p:grpSpPr>
        <p:sp>
          <p:nvSpPr>
            <p:cNvPr id="44" name="Google Shape;488;p31">
              <a:extLst>
                <a:ext uri="{FF2B5EF4-FFF2-40B4-BE49-F238E27FC236}">
                  <a16:creationId xmlns:a16="http://schemas.microsoft.com/office/drawing/2014/main" id="{D06DA04C-D67A-AA35-B8FD-2FE92CBD2D80}"/>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9;p31">
              <a:extLst>
                <a:ext uri="{FF2B5EF4-FFF2-40B4-BE49-F238E27FC236}">
                  <a16:creationId xmlns:a16="http://schemas.microsoft.com/office/drawing/2014/main" id="{B8778E46-43E2-C842-78F6-8E2AE2869B2F}"/>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90;p31">
              <a:extLst>
                <a:ext uri="{FF2B5EF4-FFF2-40B4-BE49-F238E27FC236}">
                  <a16:creationId xmlns:a16="http://schemas.microsoft.com/office/drawing/2014/main" id="{C9C5FDB7-C86D-5586-1DE9-99F1F101FB47}"/>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7" name="Google Shape;495;p31">
            <a:extLst>
              <a:ext uri="{FF2B5EF4-FFF2-40B4-BE49-F238E27FC236}">
                <a16:creationId xmlns:a16="http://schemas.microsoft.com/office/drawing/2014/main" id="{E7DDB646-C4BA-1921-B6D7-1C8AA998558E}"/>
              </a:ext>
            </a:extLst>
          </p:cNvPr>
          <p:cNvSpPr txBox="1">
            <a:spLocks/>
          </p:cNvSpPr>
          <p:nvPr/>
        </p:nvSpPr>
        <p:spPr>
          <a:xfrm>
            <a:off x="1367691" y="1447503"/>
            <a:ext cx="2230916" cy="384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Xác định đối tượng</a:t>
            </a:r>
          </a:p>
        </p:txBody>
      </p:sp>
      <p:sp>
        <p:nvSpPr>
          <p:cNvPr id="48" name="Google Shape;498;p31">
            <a:extLst>
              <a:ext uri="{FF2B5EF4-FFF2-40B4-BE49-F238E27FC236}">
                <a16:creationId xmlns:a16="http://schemas.microsoft.com/office/drawing/2014/main" id="{515F8B05-B7C4-C360-6728-54F476ADCA2F}"/>
              </a:ext>
            </a:extLst>
          </p:cNvPr>
          <p:cNvSpPr txBox="1">
            <a:spLocks/>
          </p:cNvSpPr>
          <p:nvPr/>
        </p:nvSpPr>
        <p:spPr>
          <a:xfrm>
            <a:off x="714136" y="1405909"/>
            <a:ext cx="736622" cy="3363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400"/>
              <a:t>2.</a:t>
            </a:r>
            <a:r>
              <a:rPr lang="vi-VN" sz="2400"/>
              <a:t>4</a:t>
            </a:r>
            <a:endParaRPr lang="en" sz="2400"/>
          </a:p>
        </p:txBody>
      </p:sp>
      <p:sp>
        <p:nvSpPr>
          <p:cNvPr id="49" name="Google Shape;499;p31">
            <a:extLst>
              <a:ext uri="{FF2B5EF4-FFF2-40B4-BE49-F238E27FC236}">
                <a16:creationId xmlns:a16="http://schemas.microsoft.com/office/drawing/2014/main" id="{1DBEE396-0AE7-38CA-4F5A-78B6DE1A5622}"/>
              </a:ext>
            </a:extLst>
          </p:cNvPr>
          <p:cNvSpPr txBox="1">
            <a:spLocks/>
          </p:cNvSpPr>
          <p:nvPr/>
        </p:nvSpPr>
        <p:spPr>
          <a:xfrm>
            <a:off x="914131" y="1856225"/>
            <a:ext cx="6889291" cy="29880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b="1">
                <a:latin typeface="Oswald Light" pitchFamily="2" charset="0"/>
              </a:rPr>
              <a:t>Anime (Movie/Series)</a:t>
            </a:r>
          </a:p>
          <a:p>
            <a:pPr marL="0" indent="0" algn="just">
              <a:lnSpc>
                <a:spcPct val="150000"/>
              </a:lnSpc>
            </a:pPr>
            <a:r>
              <a:rPr lang="vi-VN" sz="1600">
                <a:latin typeface="Oswald Light" pitchFamily="2" charset="0"/>
              </a:rPr>
              <a:t>Lưu thông tin Anime/Manga như: title, poster, rating, description, genres, episodes, trailer…</a:t>
            </a:r>
          </a:p>
          <a:p>
            <a:pPr marL="0" indent="0" algn="just">
              <a:lnSpc>
                <a:spcPct val="150000"/>
              </a:lnSpc>
            </a:pPr>
            <a:r>
              <a:rPr lang="vi-VN" sz="1600" b="1">
                <a:latin typeface="Oswald Light" pitchFamily="2" charset="0"/>
              </a:rPr>
              <a:t>Trailer</a:t>
            </a:r>
          </a:p>
          <a:p>
            <a:pPr marL="0" indent="0" algn="just">
              <a:lnSpc>
                <a:spcPct val="150000"/>
              </a:lnSpc>
            </a:pPr>
            <a:r>
              <a:rPr lang="vi-VN" sz="1600">
                <a:latin typeface="Oswald Light" pitchFamily="2" charset="0"/>
              </a:rPr>
              <a:t>Lưu thông tin video trailer của Anime (YouTube videoId).</a:t>
            </a:r>
          </a:p>
          <a:p>
            <a:pPr marL="0" indent="0" algn="just">
              <a:lnSpc>
                <a:spcPct val="150000"/>
              </a:lnSpc>
            </a:pPr>
            <a:r>
              <a:rPr lang="vi-VN" sz="1600" b="1">
                <a:latin typeface="Oswald Light" pitchFamily="2" charset="0"/>
              </a:rPr>
              <a:t>ApiService</a:t>
            </a:r>
          </a:p>
          <a:p>
            <a:pPr marL="0" indent="0" algn="just">
              <a:lnSpc>
                <a:spcPct val="150000"/>
              </a:lnSpc>
            </a:pPr>
            <a:r>
              <a:rPr lang="vi-VN" sz="1600">
                <a:latin typeface="Oswald Light" pitchFamily="2" charset="0"/>
              </a:rPr>
              <a:t>Kết nối AniList GraphQL API, gửi request và xử lý dữ liệu JSON.</a:t>
            </a:r>
          </a:p>
        </p:txBody>
      </p:sp>
      <p:pic>
        <p:nvPicPr>
          <p:cNvPr id="9" name="Picture 8">
            <a:extLst>
              <a:ext uri="{FF2B5EF4-FFF2-40B4-BE49-F238E27FC236}">
                <a16:creationId xmlns:a16="http://schemas.microsoft.com/office/drawing/2014/main" id="{7226B42D-33AE-B8F8-8AE1-1C77C248E4E7}"/>
              </a:ext>
            </a:extLst>
          </p:cNvPr>
          <p:cNvPicPr>
            <a:picLocks noChangeAspect="1"/>
          </p:cNvPicPr>
          <p:nvPr/>
        </p:nvPicPr>
        <p:blipFill>
          <a:blip r:embed="rId3"/>
          <a:stretch>
            <a:fillRect/>
          </a:stretch>
        </p:blipFill>
        <p:spPr>
          <a:xfrm flipH="1">
            <a:off x="7286241" y="2051693"/>
            <a:ext cx="742950" cy="742950"/>
          </a:xfrm>
          <a:prstGeom prst="rect">
            <a:avLst/>
          </a:prstGeom>
        </p:spPr>
      </p:pic>
      <p:pic>
        <p:nvPicPr>
          <p:cNvPr id="10" name="Picture 9">
            <a:extLst>
              <a:ext uri="{FF2B5EF4-FFF2-40B4-BE49-F238E27FC236}">
                <a16:creationId xmlns:a16="http://schemas.microsoft.com/office/drawing/2014/main" id="{3AA9826B-1DA2-E8F6-923B-C21956A15A10}"/>
              </a:ext>
            </a:extLst>
          </p:cNvPr>
          <p:cNvPicPr>
            <a:picLocks noChangeAspect="1"/>
          </p:cNvPicPr>
          <p:nvPr/>
        </p:nvPicPr>
        <p:blipFill>
          <a:blip r:embed="rId3"/>
          <a:stretch>
            <a:fillRect/>
          </a:stretch>
        </p:blipFill>
        <p:spPr>
          <a:xfrm flipH="1">
            <a:off x="7313932" y="3174568"/>
            <a:ext cx="742950" cy="742950"/>
          </a:xfrm>
          <a:prstGeom prst="rect">
            <a:avLst/>
          </a:prstGeom>
        </p:spPr>
      </p:pic>
    </p:spTree>
    <p:extLst>
      <p:ext uri="{BB962C8B-B14F-4D97-AF65-F5344CB8AC3E}">
        <p14:creationId xmlns:p14="http://schemas.microsoft.com/office/powerpoint/2010/main" val="439343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504" name="Google Shape;504;p31"/>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b="1">
                <a:latin typeface="Oswald" pitchFamily="2" charset="0"/>
              </a:rPr>
              <a:t>PHÂN TÍCH BÀI TOÁN</a:t>
            </a:r>
            <a:endParaRPr b="1">
              <a:latin typeface="Oswald" pitchFamily="2" charset="0"/>
            </a:endParaRPr>
          </a:p>
        </p:txBody>
      </p:sp>
      <p:sp>
        <p:nvSpPr>
          <p:cNvPr id="508" name="Google Shape;508;p31"/>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487;p31">
            <a:extLst>
              <a:ext uri="{FF2B5EF4-FFF2-40B4-BE49-F238E27FC236}">
                <a16:creationId xmlns:a16="http://schemas.microsoft.com/office/drawing/2014/main" id="{12D60B21-B0EF-242E-4378-7304C2870D45}"/>
              </a:ext>
            </a:extLst>
          </p:cNvPr>
          <p:cNvGrpSpPr/>
          <p:nvPr/>
        </p:nvGrpSpPr>
        <p:grpSpPr>
          <a:xfrm>
            <a:off x="714750" y="1346665"/>
            <a:ext cx="7713300" cy="3362987"/>
            <a:chOff x="4754850" y="1600325"/>
            <a:chExt cx="3771900" cy="1412550"/>
          </a:xfrm>
        </p:grpSpPr>
        <p:sp>
          <p:nvSpPr>
            <p:cNvPr id="44" name="Google Shape;488;p31">
              <a:extLst>
                <a:ext uri="{FF2B5EF4-FFF2-40B4-BE49-F238E27FC236}">
                  <a16:creationId xmlns:a16="http://schemas.microsoft.com/office/drawing/2014/main" id="{C6F377F1-465A-1F28-59D5-437B008C427A}"/>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9;p31">
              <a:extLst>
                <a:ext uri="{FF2B5EF4-FFF2-40B4-BE49-F238E27FC236}">
                  <a16:creationId xmlns:a16="http://schemas.microsoft.com/office/drawing/2014/main" id="{ECF7C1DD-FE6D-4CAE-857F-97BE01B9C070}"/>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90;p31">
              <a:extLst>
                <a:ext uri="{FF2B5EF4-FFF2-40B4-BE49-F238E27FC236}">
                  <a16:creationId xmlns:a16="http://schemas.microsoft.com/office/drawing/2014/main" id="{5A053A21-32F4-A9CA-BD3C-E7478A39846D}"/>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7" name="Google Shape;495;p31">
            <a:extLst>
              <a:ext uri="{FF2B5EF4-FFF2-40B4-BE49-F238E27FC236}">
                <a16:creationId xmlns:a16="http://schemas.microsoft.com/office/drawing/2014/main" id="{8C6691F7-4992-CC88-922A-BFB320AE0692}"/>
              </a:ext>
            </a:extLst>
          </p:cNvPr>
          <p:cNvSpPr txBox="1">
            <a:spLocks/>
          </p:cNvSpPr>
          <p:nvPr/>
        </p:nvSpPr>
        <p:spPr>
          <a:xfrm>
            <a:off x="1367691" y="1447503"/>
            <a:ext cx="2230916" cy="384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Xác định đối tượng</a:t>
            </a:r>
          </a:p>
        </p:txBody>
      </p:sp>
      <p:sp>
        <p:nvSpPr>
          <p:cNvPr id="48" name="Google Shape;498;p31">
            <a:extLst>
              <a:ext uri="{FF2B5EF4-FFF2-40B4-BE49-F238E27FC236}">
                <a16:creationId xmlns:a16="http://schemas.microsoft.com/office/drawing/2014/main" id="{D24987BE-54E8-B384-0F58-B759EE031647}"/>
              </a:ext>
            </a:extLst>
          </p:cNvPr>
          <p:cNvSpPr txBox="1">
            <a:spLocks/>
          </p:cNvSpPr>
          <p:nvPr/>
        </p:nvSpPr>
        <p:spPr>
          <a:xfrm>
            <a:off x="714136" y="1405909"/>
            <a:ext cx="736622" cy="3363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400"/>
              <a:t>2.</a:t>
            </a:r>
            <a:r>
              <a:rPr lang="vi-VN" sz="2400"/>
              <a:t>4</a:t>
            </a:r>
            <a:endParaRPr lang="en" sz="2400"/>
          </a:p>
        </p:txBody>
      </p:sp>
      <p:sp>
        <p:nvSpPr>
          <p:cNvPr id="49" name="Google Shape;499;p31">
            <a:extLst>
              <a:ext uri="{FF2B5EF4-FFF2-40B4-BE49-F238E27FC236}">
                <a16:creationId xmlns:a16="http://schemas.microsoft.com/office/drawing/2014/main" id="{7C613098-244A-7881-13B9-5686743899F2}"/>
              </a:ext>
            </a:extLst>
          </p:cNvPr>
          <p:cNvSpPr txBox="1">
            <a:spLocks/>
          </p:cNvSpPr>
          <p:nvPr/>
        </p:nvSpPr>
        <p:spPr>
          <a:xfrm>
            <a:off x="914745" y="1662310"/>
            <a:ext cx="7001302" cy="29880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just">
              <a:lnSpc>
                <a:spcPct val="150000"/>
              </a:lnSpc>
            </a:pPr>
            <a:r>
              <a:rPr lang="vi-VN" sz="1600" b="1">
                <a:latin typeface="Oswald Light" pitchFamily="2" charset="0"/>
              </a:rPr>
              <a:t>AnimeAdapter</a:t>
            </a:r>
          </a:p>
          <a:p>
            <a:pPr marL="0" indent="0" algn="just">
              <a:lnSpc>
                <a:spcPct val="150000"/>
              </a:lnSpc>
            </a:pPr>
            <a:r>
              <a:rPr lang="vi-VN" sz="1600">
                <a:latin typeface="Oswald Light" pitchFamily="2" charset="0"/>
              </a:rPr>
              <a:t>Hiển thị danh sách Anime/Manga trong RecyclerView.</a:t>
            </a:r>
          </a:p>
          <a:p>
            <a:pPr marL="0" indent="0" algn="just">
              <a:lnSpc>
                <a:spcPct val="150000"/>
              </a:lnSpc>
            </a:pPr>
            <a:r>
              <a:rPr lang="vi-VN" sz="1600" b="1">
                <a:latin typeface="Oswald Light" pitchFamily="2" charset="0"/>
              </a:rPr>
              <a:t>Activity</a:t>
            </a:r>
          </a:p>
          <a:p>
            <a:pPr marL="0" indent="0" algn="just">
              <a:lnSpc>
                <a:spcPct val="150000"/>
              </a:lnSpc>
            </a:pPr>
            <a:r>
              <a:rPr lang="vi-VN" sz="1600">
                <a:latin typeface="Oswald Light" pitchFamily="2" charset="0"/>
              </a:rPr>
              <a:t>Quản lý giao diện và tương tác người dùng:</a:t>
            </a:r>
          </a:p>
          <a:p>
            <a:pPr marL="0" indent="0" algn="just">
              <a:lnSpc>
                <a:spcPct val="150000"/>
              </a:lnSpc>
            </a:pPr>
            <a:r>
              <a:rPr lang="vi-VN" sz="1600">
                <a:latin typeface="Oswald Light" pitchFamily="2" charset="0"/>
              </a:rPr>
              <a:t>MainActivity – AnimeDetailActivity – SearchActivity - AnimeTypeActivity</a:t>
            </a:r>
          </a:p>
        </p:txBody>
      </p:sp>
      <p:pic>
        <p:nvPicPr>
          <p:cNvPr id="9" name="Picture 8">
            <a:extLst>
              <a:ext uri="{FF2B5EF4-FFF2-40B4-BE49-F238E27FC236}">
                <a16:creationId xmlns:a16="http://schemas.microsoft.com/office/drawing/2014/main" id="{DDB69E0A-0546-D6FA-FA88-87255CA4FC3E}"/>
              </a:ext>
            </a:extLst>
          </p:cNvPr>
          <p:cNvPicPr>
            <a:picLocks noChangeAspect="1"/>
          </p:cNvPicPr>
          <p:nvPr/>
        </p:nvPicPr>
        <p:blipFill>
          <a:blip r:embed="rId3"/>
          <a:stretch>
            <a:fillRect/>
          </a:stretch>
        </p:blipFill>
        <p:spPr>
          <a:xfrm flipH="1">
            <a:off x="7286241" y="2051693"/>
            <a:ext cx="742950" cy="742950"/>
          </a:xfrm>
          <a:prstGeom prst="rect">
            <a:avLst/>
          </a:prstGeom>
        </p:spPr>
      </p:pic>
      <p:pic>
        <p:nvPicPr>
          <p:cNvPr id="10" name="Picture 9">
            <a:extLst>
              <a:ext uri="{FF2B5EF4-FFF2-40B4-BE49-F238E27FC236}">
                <a16:creationId xmlns:a16="http://schemas.microsoft.com/office/drawing/2014/main" id="{582F51B9-CA7A-A210-CE81-5D8F3446E433}"/>
              </a:ext>
            </a:extLst>
          </p:cNvPr>
          <p:cNvPicPr>
            <a:picLocks noChangeAspect="1"/>
          </p:cNvPicPr>
          <p:nvPr/>
        </p:nvPicPr>
        <p:blipFill>
          <a:blip r:embed="rId3"/>
          <a:stretch>
            <a:fillRect/>
          </a:stretch>
        </p:blipFill>
        <p:spPr>
          <a:xfrm flipH="1">
            <a:off x="7313932" y="3174568"/>
            <a:ext cx="742950" cy="742950"/>
          </a:xfrm>
          <a:prstGeom prst="rect">
            <a:avLst/>
          </a:prstGeom>
        </p:spPr>
      </p:pic>
    </p:spTree>
    <p:extLst>
      <p:ext uri="{BB962C8B-B14F-4D97-AF65-F5344CB8AC3E}">
        <p14:creationId xmlns:p14="http://schemas.microsoft.com/office/powerpoint/2010/main" val="2652444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2" name="image76.png" descr="Diagram&#10;&#10;Description automatically generated">
            <a:extLst>
              <a:ext uri="{FF2B5EF4-FFF2-40B4-BE49-F238E27FC236}">
                <a16:creationId xmlns:a16="http://schemas.microsoft.com/office/drawing/2014/main" id="{FEF22C1E-85E2-8848-7F22-D9355E42FA7D}"/>
              </a:ext>
            </a:extLst>
          </p:cNvPr>
          <p:cNvPicPr/>
          <p:nvPr/>
        </p:nvPicPr>
        <p:blipFill>
          <a:blip r:embed="rId3">
            <a:extLst>
              <a:ext uri="{BEBA8EAE-BF5A-486C-A8C5-ECC9F3942E4B}">
                <a14:imgProps xmlns:a14="http://schemas.microsoft.com/office/drawing/2010/main">
                  <a14:imgLayer r:embed="rId4">
                    <a14:imgEffect>
                      <a14:colorTemperature colorTemp="8800"/>
                    </a14:imgEffect>
                  </a14:imgLayer>
                </a14:imgProps>
              </a:ext>
            </a:extLst>
          </a:blip>
          <a:srcRect/>
          <a:stretch>
            <a:fillRect/>
          </a:stretch>
        </p:blipFill>
        <p:spPr>
          <a:xfrm>
            <a:off x="1763710" y="1675818"/>
            <a:ext cx="707437" cy="361947"/>
          </a:xfrm>
          <a:prstGeom prst="rect">
            <a:avLst/>
          </a:prstGeom>
          <a:ln/>
        </p:spPr>
      </p:pic>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49" y="679350"/>
            <a:ext cx="1450845"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546" name="Google Shape;546;p32"/>
          <p:cNvSpPr txBox="1">
            <a:spLocks noGrp="1"/>
          </p:cNvSpPr>
          <p:nvPr>
            <p:ph type="title"/>
          </p:nvPr>
        </p:nvSpPr>
        <p:spPr>
          <a:xfrm>
            <a:off x="1812294" y="2266802"/>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4800" b="1">
                <a:solidFill>
                  <a:schemeClr val="hlink"/>
                </a:solidFill>
                <a:uFill>
                  <a:noFill/>
                </a:uFill>
                <a:latin typeface="Oswald" pitchFamily="2" charset="0"/>
                <a:ea typeface="Karla"/>
                <a:cs typeface="Karla"/>
                <a:sym typeface="Karla"/>
              </a:rPr>
              <a:t>THIẾT KẾ HỆ THỐNG</a:t>
            </a:r>
            <a:endParaRPr lang="en-US" sz="4800" b="1">
              <a:solidFill>
                <a:schemeClr val="dk1"/>
              </a:solidFill>
              <a:latin typeface="Oswald" pitchFamily="2" charset="0"/>
              <a:ea typeface="Karla"/>
              <a:cs typeface="Karla"/>
              <a:sym typeface="Karla"/>
            </a:endParaRPr>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65155" y="3825299"/>
            <a:ext cx="5068266" cy="61692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Inter Tight Light" pitchFamily="2" charset="0"/>
                <a:ea typeface="Inter Tight Light" pitchFamily="2" charset="0"/>
                <a:cs typeface="Inter Tight Light" pitchFamily="2" charset="0"/>
              </a:rPr>
              <a:t>Gồm </a:t>
            </a:r>
            <a:r>
              <a:rPr lang="vi-VN" sz="1300">
                <a:latin typeface="Inter Tight Light" pitchFamily="2" charset="0"/>
                <a:ea typeface="Inter Tight Light" pitchFamily="2" charset="0"/>
                <a:cs typeface="Inter Tight Light" pitchFamily="2" charset="0"/>
              </a:rPr>
              <a:t>Thiết kế tổng thể hệ thống </a:t>
            </a:r>
            <a:endParaRPr sz="1300">
              <a:latin typeface="Inter Tight Light" pitchFamily="2" charset="0"/>
              <a:ea typeface="Inter Tight Light" pitchFamily="2" charset="0"/>
              <a:cs typeface="Inter Tight Light" pitchFamily="2" charset="0"/>
            </a:endParaRP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89486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03F4BFD5-F414-4534-9146-298443996B85}"/>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CE622CDE-0C09-81D5-9F94-AB69B1060942}"/>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en-US" sz="3600" b="1">
                <a:solidFill>
                  <a:schemeClr val="hlink"/>
                </a:solidFill>
                <a:uFill>
                  <a:noFill/>
                </a:uFill>
                <a:latin typeface="Oswald" pitchFamily="2" charset="0"/>
                <a:ea typeface="Karla"/>
                <a:cs typeface="Karla"/>
                <a:sym typeface="Karla"/>
              </a:rPr>
              <a:t>THIẾT KẾ HỆ THỐNG</a:t>
            </a:r>
            <a:endParaRPr lang="en-US" sz="3600" b="1">
              <a:latin typeface="Oswald" pitchFamily="2" charset="0"/>
              <a:ea typeface="Karla"/>
              <a:cs typeface="Karla"/>
              <a:sym typeface="Karla"/>
            </a:endParaRPr>
          </a:p>
        </p:txBody>
      </p:sp>
      <p:sp>
        <p:nvSpPr>
          <p:cNvPr id="508" name="Google Shape;508;p31">
            <a:extLst>
              <a:ext uri="{FF2B5EF4-FFF2-40B4-BE49-F238E27FC236}">
                <a16:creationId xmlns:a16="http://schemas.microsoft.com/office/drawing/2014/main" id="{D0E03720-B2C6-B8F4-C111-EE57D76F34A1}"/>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06F5018A-4F5E-0D0D-1813-0E200964C634}"/>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A6B3DC14-0B69-3652-AF3D-AA03C58E20D0}"/>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487;p31">
            <a:extLst>
              <a:ext uri="{FF2B5EF4-FFF2-40B4-BE49-F238E27FC236}">
                <a16:creationId xmlns:a16="http://schemas.microsoft.com/office/drawing/2014/main" id="{32A7A9D8-E24E-68EC-3666-B2811F867B74}"/>
              </a:ext>
            </a:extLst>
          </p:cNvPr>
          <p:cNvGrpSpPr/>
          <p:nvPr/>
        </p:nvGrpSpPr>
        <p:grpSpPr>
          <a:xfrm>
            <a:off x="713914" y="1346666"/>
            <a:ext cx="7922086" cy="3419938"/>
            <a:chOff x="4754850" y="1600325"/>
            <a:chExt cx="3771900" cy="1412550"/>
          </a:xfrm>
        </p:grpSpPr>
        <p:sp>
          <p:nvSpPr>
            <p:cNvPr id="51" name="Google Shape;488;p31">
              <a:extLst>
                <a:ext uri="{FF2B5EF4-FFF2-40B4-BE49-F238E27FC236}">
                  <a16:creationId xmlns:a16="http://schemas.microsoft.com/office/drawing/2014/main" id="{DD3B176A-1E6A-C6CD-57D2-FB46F6E7BA57}"/>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89;p31">
              <a:extLst>
                <a:ext uri="{FF2B5EF4-FFF2-40B4-BE49-F238E27FC236}">
                  <a16:creationId xmlns:a16="http://schemas.microsoft.com/office/drawing/2014/main" id="{028DA6B4-DC89-990B-030C-FE7F26049CC2}"/>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490;p31">
              <a:extLst>
                <a:ext uri="{FF2B5EF4-FFF2-40B4-BE49-F238E27FC236}">
                  <a16:creationId xmlns:a16="http://schemas.microsoft.com/office/drawing/2014/main" id="{75A0EDCF-E694-BFCC-4877-5EB4AB5B2FC5}"/>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55" name="Google Shape;498;p31">
            <a:extLst>
              <a:ext uri="{FF2B5EF4-FFF2-40B4-BE49-F238E27FC236}">
                <a16:creationId xmlns:a16="http://schemas.microsoft.com/office/drawing/2014/main" id="{15EC9B68-4EB8-2DAF-8BAD-18550D492E53}"/>
              </a:ext>
            </a:extLst>
          </p:cNvPr>
          <p:cNvSpPr txBox="1">
            <a:spLocks/>
          </p:cNvSpPr>
          <p:nvPr/>
        </p:nvSpPr>
        <p:spPr>
          <a:xfrm>
            <a:off x="508000" y="1107144"/>
            <a:ext cx="12092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a:t>3.1</a:t>
            </a:r>
            <a:endParaRPr lang="en"/>
          </a:p>
        </p:txBody>
      </p:sp>
      <p:sp>
        <p:nvSpPr>
          <p:cNvPr id="8" name="Google Shape;495;p31">
            <a:extLst>
              <a:ext uri="{FF2B5EF4-FFF2-40B4-BE49-F238E27FC236}">
                <a16:creationId xmlns:a16="http://schemas.microsoft.com/office/drawing/2014/main" id="{D61A9604-0C1B-92D8-E720-5323ECC42118}"/>
              </a:ext>
            </a:extLst>
          </p:cNvPr>
          <p:cNvSpPr txBox="1">
            <a:spLocks/>
          </p:cNvSpPr>
          <p:nvPr/>
        </p:nvSpPr>
        <p:spPr>
          <a:xfrm>
            <a:off x="712778" y="1668311"/>
            <a:ext cx="6600524" cy="293447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vi-VN" sz="1520">
                <a:latin typeface="Oswald Light" pitchFamily="2" charset="0"/>
              </a:rPr>
              <a:t>Ứng dụng Magic Anime được xây dựng trên nền tảng Android giúp người dùng khám phá Anime, Manga và Light Novel.</a:t>
            </a:r>
          </a:p>
          <a:p>
            <a:pPr marL="0" indent="0">
              <a:lnSpc>
                <a:spcPct val="150000"/>
              </a:lnSpc>
            </a:pPr>
            <a:r>
              <a:rPr lang="vi-VN" sz="1520">
                <a:latin typeface="Oswald Light" pitchFamily="2" charset="0"/>
              </a:rPr>
              <a:t>Hệ thống sử dụng kiến trúc Client – Server.</a:t>
            </a:r>
          </a:p>
          <a:p>
            <a:pPr marL="0" indent="0">
              <a:lnSpc>
                <a:spcPct val="150000"/>
              </a:lnSpc>
            </a:pPr>
            <a:r>
              <a:rPr lang="vi-VN" sz="1520">
                <a:latin typeface="Oswald Light" pitchFamily="2" charset="0"/>
              </a:rPr>
              <a:t>Client (Android App): hiển thị giao diện và xử lý thao tác người dùng.</a:t>
            </a:r>
          </a:p>
          <a:p>
            <a:pPr marL="0" indent="0">
              <a:lnSpc>
                <a:spcPct val="150000"/>
              </a:lnSpc>
            </a:pPr>
            <a:r>
              <a:rPr lang="vi-VN" sz="1520">
                <a:latin typeface="Oswald Light" pitchFamily="2" charset="0"/>
              </a:rPr>
              <a:t>AniList GraphQL API: cung cấp dữ liệu Anime/Manga.</a:t>
            </a:r>
          </a:p>
          <a:p>
            <a:pPr marL="0" indent="0">
              <a:lnSpc>
                <a:spcPct val="150000"/>
              </a:lnSpc>
            </a:pPr>
            <a:r>
              <a:rPr lang="vi-VN" sz="1520">
                <a:latin typeface="Oswald Light" pitchFamily="2" charset="0"/>
              </a:rPr>
              <a:t>Firebase: quản lý đăng nhập và lưu dữ liệu như favorite, history.</a:t>
            </a:r>
          </a:p>
          <a:p>
            <a:pPr marL="0" indent="0">
              <a:lnSpc>
                <a:spcPct val="150000"/>
              </a:lnSpc>
            </a:pPr>
            <a:r>
              <a:rPr lang="vi-VN" sz="1520">
                <a:latin typeface="Oswald Light" pitchFamily="2" charset="0"/>
              </a:rPr>
              <a:t>Các công nghệ sử dụng: Activity, Fragment, RecyclerView, ViewPager2, Volley.</a:t>
            </a:r>
          </a:p>
          <a:p>
            <a:pPr marL="0" indent="0">
              <a:lnSpc>
                <a:spcPct val="150000"/>
              </a:lnSpc>
            </a:pPr>
            <a:r>
              <a:rPr lang="vi-VN" sz="1520">
                <a:latin typeface="Oswald Light" pitchFamily="2" charset="0"/>
              </a:rPr>
              <a:t>Chức năng chính: tìm kiếm Anime, xem chi tiết, xem trailer, lưu yêu thích, xem lịch sử.</a:t>
            </a:r>
          </a:p>
        </p:txBody>
      </p:sp>
      <p:sp>
        <p:nvSpPr>
          <p:cNvPr id="54" name="Google Shape;495;p31">
            <a:extLst>
              <a:ext uri="{FF2B5EF4-FFF2-40B4-BE49-F238E27FC236}">
                <a16:creationId xmlns:a16="http://schemas.microsoft.com/office/drawing/2014/main" id="{69BC6857-B24A-3A5C-7E48-0D2B61170D14}"/>
              </a:ext>
            </a:extLst>
          </p:cNvPr>
          <p:cNvSpPr txBox="1">
            <a:spLocks/>
          </p:cNvSpPr>
          <p:nvPr/>
        </p:nvSpPr>
        <p:spPr>
          <a:xfrm>
            <a:off x="1519522" y="1291030"/>
            <a:ext cx="3776377"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a:latin typeface="Oswald" pitchFamily="2" charset="0"/>
              </a:rPr>
              <a:t>Thiết kế tổng thể hệ thống</a:t>
            </a:r>
          </a:p>
        </p:txBody>
      </p:sp>
      <p:sp>
        <p:nvSpPr>
          <p:cNvPr id="2" name="Google Shape;495;p31">
            <a:extLst>
              <a:ext uri="{FF2B5EF4-FFF2-40B4-BE49-F238E27FC236}">
                <a16:creationId xmlns:a16="http://schemas.microsoft.com/office/drawing/2014/main" id="{EA872707-9AE0-D851-CF07-0B2257E682C4}"/>
              </a:ext>
            </a:extLst>
          </p:cNvPr>
          <p:cNvSpPr txBox="1">
            <a:spLocks/>
          </p:cNvSpPr>
          <p:nvPr/>
        </p:nvSpPr>
        <p:spPr>
          <a:xfrm>
            <a:off x="713914" y="-2684189"/>
            <a:ext cx="7132204" cy="25513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en-US" sz="1200">
                <a:latin typeface="Oswald Light" pitchFamily="2" charset="0"/>
              </a:rPr>
              <a:t>- </a:t>
            </a:r>
            <a:r>
              <a:rPr lang="vi-VN" sz="1200" b="1">
                <a:latin typeface="Oswald Light" pitchFamily="2" charset="0"/>
              </a:rPr>
              <a:t>Sản phẩm</a:t>
            </a:r>
            <a:r>
              <a:rPr lang="vi-VN" sz="1200">
                <a:latin typeface="Oswald Light" pitchFamily="2" charset="0"/>
              </a:rPr>
              <a:t>: Mỗi sản phẩm điện thoại trong hệ thống được xác định bởi mã sản phẩm, tên sản phẩm, kích thước màn, camera trước, camera sau, dung lượng pin, chip xử lý, thời gian bảo hành và các thuộc tính khác như màu sắc, xuất xứ, thương hiệu, ram, rom, hệ điều hành, giá nhập vào, giá xuất ra.</a:t>
            </a:r>
          </a:p>
          <a:p>
            <a:pPr marL="0" indent="0">
              <a:lnSpc>
                <a:spcPct val="150000"/>
              </a:lnSpc>
            </a:pPr>
            <a:r>
              <a:rPr lang="en-US" sz="1200">
                <a:latin typeface="Oswald Light" pitchFamily="2" charset="0"/>
              </a:rPr>
              <a:t>- </a:t>
            </a:r>
            <a:r>
              <a:rPr lang="vi-VN" sz="1200" b="1">
                <a:latin typeface="Oswald Light" pitchFamily="2" charset="0"/>
              </a:rPr>
              <a:t>Phiếu nhập: </a:t>
            </a:r>
            <a:r>
              <a:rPr lang="vi-VN" sz="1200">
                <a:latin typeface="Oswald Light" pitchFamily="2" charset="0"/>
              </a:rPr>
              <a:t>Đối tượng này lưu trữ thông tin về việc nhập hàng vào kho, bao gồm số lượng sản phẩm, mã IMEI, nhà cung cấp, ngày nhập hàng, và nhân viên nhập hàng.</a:t>
            </a:r>
          </a:p>
          <a:p>
            <a:pPr marL="0" indent="0">
              <a:lnSpc>
                <a:spcPct val="150000"/>
              </a:lnSpc>
            </a:pPr>
            <a:r>
              <a:rPr lang="en-US" sz="1200">
                <a:latin typeface="Oswald Light" pitchFamily="2" charset="0"/>
              </a:rPr>
              <a:t>- </a:t>
            </a:r>
            <a:r>
              <a:rPr lang="vi-VN" sz="1200" b="1">
                <a:latin typeface="Oswald Light" pitchFamily="2" charset="0"/>
              </a:rPr>
              <a:t>Phiếu xuất: </a:t>
            </a:r>
            <a:r>
              <a:rPr lang="vi-VN" sz="1200">
                <a:latin typeface="Oswald Light" pitchFamily="2" charset="0"/>
              </a:rPr>
              <a:t>Đối tượng này lưu trữ thông tin về việc xuất hàng từ kho, bao gồm số lượng sản phẩm, mã IMEI, khách hàng, ngày xuất hàng, và nhân viên xuất hàng.</a:t>
            </a:r>
          </a:p>
          <a:p>
            <a:pPr marL="0" indent="0">
              <a:lnSpc>
                <a:spcPct val="150000"/>
              </a:lnSpc>
            </a:pPr>
            <a:r>
              <a:rPr lang="en-US" sz="1200">
                <a:latin typeface="Oswald Light" pitchFamily="2" charset="0"/>
              </a:rPr>
              <a:t>- </a:t>
            </a:r>
            <a:r>
              <a:rPr lang="vi-VN" sz="1200" b="1">
                <a:latin typeface="Oswald Light" pitchFamily="2" charset="0"/>
              </a:rPr>
              <a:t>Khách hàng</a:t>
            </a:r>
            <a:r>
              <a:rPr lang="vi-VN" sz="1200">
                <a:latin typeface="Oswald Light" pitchFamily="2" charset="0"/>
              </a:rPr>
              <a:t>: Lưu trữ thông tin của khách hàng, bao gồm tên, địa chỉ, số điện thoại và lịch sử giao dịch.</a:t>
            </a:r>
          </a:p>
          <a:p>
            <a:pPr marL="0" indent="0">
              <a:lnSpc>
                <a:spcPct val="150000"/>
              </a:lnSpc>
            </a:pPr>
            <a:r>
              <a:rPr lang="en-US" sz="1200">
                <a:latin typeface="Oswald Light" pitchFamily="2" charset="0"/>
              </a:rPr>
              <a:t>- </a:t>
            </a:r>
            <a:r>
              <a:rPr lang="vi-VN" sz="1200" b="1">
                <a:latin typeface="Oswald Light" pitchFamily="2" charset="0"/>
              </a:rPr>
              <a:t>Nhà cung cấp: </a:t>
            </a:r>
            <a:r>
              <a:rPr lang="vi-VN" sz="1200">
                <a:latin typeface="Oswald Light" pitchFamily="2" charset="0"/>
              </a:rPr>
              <a:t>Lưu trữ thông tin của nhà cung cấp, bao gồm tên, địa chỉ, số điện thoại, email và lịch sử giao dịch nhập hàng.</a:t>
            </a:r>
          </a:p>
        </p:txBody>
      </p:sp>
      <p:pic>
        <p:nvPicPr>
          <p:cNvPr id="3" name="Picture 2">
            <a:extLst>
              <a:ext uri="{FF2B5EF4-FFF2-40B4-BE49-F238E27FC236}">
                <a16:creationId xmlns:a16="http://schemas.microsoft.com/office/drawing/2014/main" id="{DB509280-DFB9-BB37-82B5-9A95BB5A0858}"/>
              </a:ext>
            </a:extLst>
          </p:cNvPr>
          <p:cNvPicPr>
            <a:picLocks noChangeAspect="1"/>
          </p:cNvPicPr>
          <p:nvPr/>
        </p:nvPicPr>
        <p:blipFill>
          <a:blip r:embed="rId3"/>
          <a:stretch>
            <a:fillRect/>
          </a:stretch>
        </p:blipFill>
        <p:spPr>
          <a:xfrm flipH="1">
            <a:off x="7286241" y="2051693"/>
            <a:ext cx="742950" cy="742950"/>
          </a:xfrm>
          <a:prstGeom prst="rect">
            <a:avLst/>
          </a:prstGeom>
        </p:spPr>
      </p:pic>
      <p:pic>
        <p:nvPicPr>
          <p:cNvPr id="4" name="Picture 3">
            <a:extLst>
              <a:ext uri="{FF2B5EF4-FFF2-40B4-BE49-F238E27FC236}">
                <a16:creationId xmlns:a16="http://schemas.microsoft.com/office/drawing/2014/main" id="{B67D0186-2D83-097B-91A3-4DEB63C740F2}"/>
              </a:ext>
            </a:extLst>
          </p:cNvPr>
          <p:cNvPicPr>
            <a:picLocks noChangeAspect="1"/>
          </p:cNvPicPr>
          <p:nvPr/>
        </p:nvPicPr>
        <p:blipFill>
          <a:blip r:embed="rId3"/>
          <a:stretch>
            <a:fillRect/>
          </a:stretch>
        </p:blipFill>
        <p:spPr>
          <a:xfrm flipH="1">
            <a:off x="7313932" y="3174568"/>
            <a:ext cx="742950" cy="742950"/>
          </a:xfrm>
          <a:prstGeom prst="rect">
            <a:avLst/>
          </a:prstGeom>
        </p:spPr>
      </p:pic>
    </p:spTree>
    <p:extLst>
      <p:ext uri="{BB962C8B-B14F-4D97-AF65-F5344CB8AC3E}">
        <p14:creationId xmlns:p14="http://schemas.microsoft.com/office/powerpoint/2010/main" val="2745354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49" y="679350"/>
            <a:ext cx="1450845"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546" name="Google Shape;546;p32"/>
          <p:cNvSpPr txBox="1">
            <a:spLocks noGrp="1"/>
          </p:cNvSpPr>
          <p:nvPr>
            <p:ph type="title"/>
          </p:nvPr>
        </p:nvSpPr>
        <p:spPr>
          <a:xfrm>
            <a:off x="1812294" y="2266802"/>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4800" b="1">
                <a:solidFill>
                  <a:schemeClr val="hlink"/>
                </a:solidFill>
                <a:uFill>
                  <a:noFill/>
                </a:uFill>
                <a:latin typeface="Oswald" pitchFamily="2" charset="0"/>
                <a:ea typeface="Karla"/>
                <a:cs typeface="Karla"/>
                <a:sym typeface="Karla"/>
              </a:rPr>
              <a:t>SƠ ĐỒ</a:t>
            </a:r>
            <a:endParaRPr lang="en-US" sz="4800" b="1">
              <a:solidFill>
                <a:schemeClr val="dk1"/>
              </a:solidFill>
              <a:latin typeface="Oswald" pitchFamily="2" charset="0"/>
              <a:ea typeface="Karla"/>
              <a:cs typeface="Karla"/>
              <a:sym typeface="Karla"/>
            </a:endParaRPr>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65155" y="3825299"/>
            <a:ext cx="5068266" cy="616921"/>
          </a:xfrm>
          <a:prstGeom prst="rect">
            <a:avLst/>
          </a:prstGeom>
        </p:spPr>
        <p:txBody>
          <a:bodyPr spcFirstLastPara="1" wrap="square" lIns="91425" tIns="91425" rIns="91425" bIns="91425" anchor="t" anchorCtr="0">
            <a:noAutofit/>
          </a:bodyPr>
          <a:lstStyle/>
          <a:p>
            <a:pPr marL="0" lvl="0" indent="0"/>
            <a:r>
              <a:rPr lang="en-US" sz="1300">
                <a:latin typeface="Inter Tight Light" pitchFamily="2" charset="0"/>
                <a:ea typeface="Inter Tight Light" pitchFamily="2" charset="0"/>
                <a:cs typeface="Inter Tight Light" pitchFamily="2" charset="0"/>
              </a:rPr>
              <a:t>Sơ đồ </a:t>
            </a:r>
            <a:r>
              <a:rPr lang="en-US" sz="1300" i="1">
                <a:latin typeface="Inter Tight Light" pitchFamily="2" charset="0"/>
                <a:ea typeface="Inter Tight Light" pitchFamily="2" charset="0"/>
                <a:cs typeface="Inter Tight Light" pitchFamily="2" charset="0"/>
              </a:rPr>
              <a:t>class diagram, use case diagram, sequence  diagram, activity</a:t>
            </a:r>
          </a:p>
          <a:p>
            <a:pPr marL="0" lvl="0" indent="0"/>
            <a:r>
              <a:rPr lang="en-US" sz="1300" i="1">
                <a:latin typeface="Inter Tight Light" pitchFamily="2" charset="0"/>
                <a:ea typeface="Inter Tight Light" pitchFamily="2" charset="0"/>
                <a:cs typeface="Inter Tight Light" pitchFamily="2" charset="0"/>
              </a:rPr>
              <a:t>diagram</a:t>
            </a:r>
            <a:endParaRPr sz="1300" i="1">
              <a:latin typeface="Inter Tight Light" pitchFamily="2" charset="0"/>
              <a:ea typeface="Inter Tight Light" pitchFamily="2" charset="0"/>
              <a:cs typeface="Inter Tight Light" pitchFamily="2" charset="0"/>
            </a:endParaRP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08835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2">
          <a:extLst>
            <a:ext uri="{FF2B5EF4-FFF2-40B4-BE49-F238E27FC236}">
              <a16:creationId xmlns:a16="http://schemas.microsoft.com/office/drawing/2014/main" id="{1991FE93-1799-5268-8565-7E7A146338B3}"/>
            </a:ext>
          </a:extLst>
        </p:cNvPr>
        <p:cNvGrpSpPr/>
        <p:nvPr/>
      </p:nvGrpSpPr>
      <p:grpSpPr>
        <a:xfrm>
          <a:off x="0" y="0"/>
          <a:ext cx="0" cy="0"/>
          <a:chOff x="0" y="0"/>
          <a:chExt cx="0" cy="0"/>
        </a:xfrm>
      </p:grpSpPr>
      <p:grpSp>
        <p:nvGrpSpPr>
          <p:cNvPr id="984" name="Google Shape;984;p45">
            <a:extLst>
              <a:ext uri="{FF2B5EF4-FFF2-40B4-BE49-F238E27FC236}">
                <a16:creationId xmlns:a16="http://schemas.microsoft.com/office/drawing/2014/main" id="{70A7F7B6-70F8-CA05-5C58-0B49153675C0}"/>
              </a:ext>
            </a:extLst>
          </p:cNvPr>
          <p:cNvGrpSpPr/>
          <p:nvPr/>
        </p:nvGrpSpPr>
        <p:grpSpPr>
          <a:xfrm>
            <a:off x="463700" y="3419112"/>
            <a:ext cx="502800" cy="502800"/>
            <a:chOff x="7014301" y="2017350"/>
            <a:chExt cx="502800" cy="502800"/>
          </a:xfrm>
        </p:grpSpPr>
        <p:sp>
          <p:nvSpPr>
            <p:cNvPr id="985" name="Google Shape;985;p45">
              <a:extLst>
                <a:ext uri="{FF2B5EF4-FFF2-40B4-BE49-F238E27FC236}">
                  <a16:creationId xmlns:a16="http://schemas.microsoft.com/office/drawing/2014/main" id="{41986313-38B5-37CF-CC07-A10BA0A1A1C2}"/>
                </a:ext>
              </a:extLst>
            </p:cNvPr>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a:extLst>
                <a:ext uri="{FF2B5EF4-FFF2-40B4-BE49-F238E27FC236}">
                  <a16:creationId xmlns:a16="http://schemas.microsoft.com/office/drawing/2014/main" id="{61155D9E-9D17-CFAC-2C51-E7EF696A3FC3}"/>
                </a:ext>
              </a:extLst>
            </p:cNvPr>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45">
            <a:extLst>
              <a:ext uri="{FF2B5EF4-FFF2-40B4-BE49-F238E27FC236}">
                <a16:creationId xmlns:a16="http://schemas.microsoft.com/office/drawing/2014/main" id="{2AD44DC6-0435-458C-827E-173DEC4FA3A8}"/>
              </a:ext>
            </a:extLst>
          </p:cNvPr>
          <p:cNvGrpSpPr/>
          <p:nvPr/>
        </p:nvGrpSpPr>
        <p:grpSpPr>
          <a:xfrm>
            <a:off x="463651" y="4104919"/>
            <a:ext cx="502899" cy="502899"/>
            <a:chOff x="858700" y="1967475"/>
            <a:chExt cx="605100" cy="605100"/>
          </a:xfrm>
        </p:grpSpPr>
        <p:sp>
          <p:nvSpPr>
            <p:cNvPr id="1003" name="Google Shape;1003;p45">
              <a:extLst>
                <a:ext uri="{FF2B5EF4-FFF2-40B4-BE49-F238E27FC236}">
                  <a16:creationId xmlns:a16="http://schemas.microsoft.com/office/drawing/2014/main" id="{E7AFEB2B-293D-0EDC-A783-850060CCD1DD}"/>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a:extLst>
                <a:ext uri="{FF2B5EF4-FFF2-40B4-BE49-F238E27FC236}">
                  <a16:creationId xmlns:a16="http://schemas.microsoft.com/office/drawing/2014/main" id="{D303AD39-7DD0-3184-5BBF-2A80408658F9}"/>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45">
            <a:extLst>
              <a:ext uri="{FF2B5EF4-FFF2-40B4-BE49-F238E27FC236}">
                <a16:creationId xmlns:a16="http://schemas.microsoft.com/office/drawing/2014/main" id="{EEBE73D8-F7FD-6DCF-1754-B17DCC3640E2}"/>
              </a:ext>
            </a:extLst>
          </p:cNvPr>
          <p:cNvGrpSpPr/>
          <p:nvPr/>
        </p:nvGrpSpPr>
        <p:grpSpPr>
          <a:xfrm>
            <a:off x="404600" y="2673613"/>
            <a:ext cx="621000" cy="621000"/>
            <a:chOff x="416300" y="4058211"/>
            <a:chExt cx="621000" cy="621000"/>
          </a:xfrm>
        </p:grpSpPr>
        <p:sp>
          <p:nvSpPr>
            <p:cNvPr id="1006" name="Google Shape;1006;p45">
              <a:extLst>
                <a:ext uri="{FF2B5EF4-FFF2-40B4-BE49-F238E27FC236}">
                  <a16:creationId xmlns:a16="http://schemas.microsoft.com/office/drawing/2014/main" id="{2B20C3DF-4C66-A055-0916-57E878840E90}"/>
                </a:ext>
              </a:extLst>
            </p:cNvPr>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5">
              <a:extLst>
                <a:ext uri="{FF2B5EF4-FFF2-40B4-BE49-F238E27FC236}">
                  <a16:creationId xmlns:a16="http://schemas.microsoft.com/office/drawing/2014/main" id="{81F7CD05-399B-22AF-A9B5-4660E9CA2597}"/>
                </a:ext>
              </a:extLst>
            </p:cNvPr>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546;p32">
            <a:extLst>
              <a:ext uri="{FF2B5EF4-FFF2-40B4-BE49-F238E27FC236}">
                <a16:creationId xmlns:a16="http://schemas.microsoft.com/office/drawing/2014/main" id="{3547BD2D-659D-4603-947B-661C552AB612}"/>
              </a:ext>
            </a:extLst>
          </p:cNvPr>
          <p:cNvSpPr txBox="1">
            <a:spLocks noGrp="1"/>
          </p:cNvSpPr>
          <p:nvPr>
            <p:ph type="title"/>
          </p:nvPr>
        </p:nvSpPr>
        <p:spPr>
          <a:xfrm>
            <a:off x="646739" y="736759"/>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000" b="1">
                <a:solidFill>
                  <a:schemeClr val="hlink"/>
                </a:solidFill>
                <a:uFill>
                  <a:noFill/>
                </a:uFill>
                <a:latin typeface="Oswald" pitchFamily="2" charset="0"/>
                <a:ea typeface="Karla"/>
                <a:cs typeface="Karla"/>
                <a:sym typeface="Karla"/>
              </a:rPr>
              <a:t>SƠ ĐỒ CLASS DIAGRAM</a:t>
            </a:r>
            <a:endParaRPr lang="en-US" sz="2000" b="1">
              <a:solidFill>
                <a:schemeClr val="dk1"/>
              </a:solidFill>
              <a:latin typeface="Oswald" pitchFamily="2" charset="0"/>
              <a:ea typeface="Karla"/>
              <a:cs typeface="Karla"/>
              <a:sym typeface="Karla"/>
            </a:endParaRPr>
          </a:p>
        </p:txBody>
      </p:sp>
      <p:grpSp>
        <p:nvGrpSpPr>
          <p:cNvPr id="2" name="Google Shape;515;p32">
            <a:extLst>
              <a:ext uri="{FF2B5EF4-FFF2-40B4-BE49-F238E27FC236}">
                <a16:creationId xmlns:a16="http://schemas.microsoft.com/office/drawing/2014/main" id="{E0CCB187-5F6E-7807-8F69-24062679675E}"/>
              </a:ext>
            </a:extLst>
          </p:cNvPr>
          <p:cNvGrpSpPr/>
          <p:nvPr/>
        </p:nvGrpSpPr>
        <p:grpSpPr>
          <a:xfrm rot="18225969">
            <a:off x="8603682" y="-1807706"/>
            <a:ext cx="1505857" cy="143417"/>
            <a:chOff x="4572050" y="100025"/>
            <a:chExt cx="3657590" cy="348347"/>
          </a:xfrm>
        </p:grpSpPr>
        <p:sp>
          <p:nvSpPr>
            <p:cNvPr id="3" name="Google Shape;516;p32">
              <a:extLst>
                <a:ext uri="{FF2B5EF4-FFF2-40B4-BE49-F238E27FC236}">
                  <a16:creationId xmlns:a16="http://schemas.microsoft.com/office/drawing/2014/main" id="{8D366D20-FFCE-137C-E3BE-2EB84FFFF697}"/>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17;p32">
              <a:extLst>
                <a:ext uri="{FF2B5EF4-FFF2-40B4-BE49-F238E27FC236}">
                  <a16:creationId xmlns:a16="http://schemas.microsoft.com/office/drawing/2014/main" id="{E6563574-B805-B942-E298-D3CB7914A4BF}"/>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8;p32">
              <a:extLst>
                <a:ext uri="{FF2B5EF4-FFF2-40B4-BE49-F238E27FC236}">
                  <a16:creationId xmlns:a16="http://schemas.microsoft.com/office/drawing/2014/main" id="{5920A010-4890-F430-6C3A-0A260A9BB2D5}"/>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9;p32">
              <a:extLst>
                <a:ext uri="{FF2B5EF4-FFF2-40B4-BE49-F238E27FC236}">
                  <a16:creationId xmlns:a16="http://schemas.microsoft.com/office/drawing/2014/main" id="{691353BF-00BA-A2BC-27CB-4B79F5D3FF51}"/>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0;p32">
              <a:extLst>
                <a:ext uri="{FF2B5EF4-FFF2-40B4-BE49-F238E27FC236}">
                  <a16:creationId xmlns:a16="http://schemas.microsoft.com/office/drawing/2014/main" id="{50510D10-C2E0-29A5-4157-7669599E0180}"/>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21;p32">
              <a:extLst>
                <a:ext uri="{FF2B5EF4-FFF2-40B4-BE49-F238E27FC236}">
                  <a16:creationId xmlns:a16="http://schemas.microsoft.com/office/drawing/2014/main" id="{48F0ED1C-2EA2-57EC-47BC-41009BE7A503}"/>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2;p32">
              <a:extLst>
                <a:ext uri="{FF2B5EF4-FFF2-40B4-BE49-F238E27FC236}">
                  <a16:creationId xmlns:a16="http://schemas.microsoft.com/office/drawing/2014/main" id="{D93943F3-96B1-CCAC-1D0D-5E9D414097E3}"/>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3;p32">
              <a:extLst>
                <a:ext uri="{FF2B5EF4-FFF2-40B4-BE49-F238E27FC236}">
                  <a16:creationId xmlns:a16="http://schemas.microsoft.com/office/drawing/2014/main" id="{0608891D-1FFD-A712-012A-61DE04108E58}"/>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4;p32">
              <a:extLst>
                <a:ext uri="{FF2B5EF4-FFF2-40B4-BE49-F238E27FC236}">
                  <a16:creationId xmlns:a16="http://schemas.microsoft.com/office/drawing/2014/main" id="{4D58E9AE-CD51-9F01-D2B1-AA6C0E631FCB}"/>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25;p32">
              <a:extLst>
                <a:ext uri="{FF2B5EF4-FFF2-40B4-BE49-F238E27FC236}">
                  <a16:creationId xmlns:a16="http://schemas.microsoft.com/office/drawing/2014/main" id="{BEEC30B2-6E7D-B0AA-8DE2-206F3DCACCB9}"/>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26;p32">
              <a:extLst>
                <a:ext uri="{FF2B5EF4-FFF2-40B4-BE49-F238E27FC236}">
                  <a16:creationId xmlns:a16="http://schemas.microsoft.com/office/drawing/2014/main" id="{C76E657D-CECB-D2AC-05C0-4B0ABA9FD991}"/>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27;p32">
              <a:extLst>
                <a:ext uri="{FF2B5EF4-FFF2-40B4-BE49-F238E27FC236}">
                  <a16:creationId xmlns:a16="http://schemas.microsoft.com/office/drawing/2014/main" id="{FBF95A93-AA07-746B-5410-7628CD8D4011}"/>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528;p32">
            <a:extLst>
              <a:ext uri="{FF2B5EF4-FFF2-40B4-BE49-F238E27FC236}">
                <a16:creationId xmlns:a16="http://schemas.microsoft.com/office/drawing/2014/main" id="{587B3FBD-295E-6869-4EFF-73BB0CF8A6EE}"/>
              </a:ext>
            </a:extLst>
          </p:cNvPr>
          <p:cNvGrpSpPr/>
          <p:nvPr/>
        </p:nvGrpSpPr>
        <p:grpSpPr>
          <a:xfrm rot="12825969">
            <a:off x="9989849" y="-763227"/>
            <a:ext cx="323544" cy="735336"/>
            <a:chOff x="3724575" y="3497700"/>
            <a:chExt cx="603495" cy="1371596"/>
          </a:xfrm>
        </p:grpSpPr>
        <p:sp>
          <p:nvSpPr>
            <p:cNvPr id="18" name="Google Shape;529;p32">
              <a:extLst>
                <a:ext uri="{FF2B5EF4-FFF2-40B4-BE49-F238E27FC236}">
                  <a16:creationId xmlns:a16="http://schemas.microsoft.com/office/drawing/2014/main" id="{C03DD5AE-6FA4-D3B6-A8CD-E2986A281715}"/>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30;p32">
              <a:extLst>
                <a:ext uri="{FF2B5EF4-FFF2-40B4-BE49-F238E27FC236}">
                  <a16:creationId xmlns:a16="http://schemas.microsoft.com/office/drawing/2014/main" id="{2D39BB45-CE90-7B58-E1F7-081291775468}"/>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31;p32">
              <a:extLst>
                <a:ext uri="{FF2B5EF4-FFF2-40B4-BE49-F238E27FC236}">
                  <a16:creationId xmlns:a16="http://schemas.microsoft.com/office/drawing/2014/main" id="{777FF7A9-7A86-B48E-8B23-9942EB18FD18}"/>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32;p32">
              <a:extLst>
                <a:ext uri="{FF2B5EF4-FFF2-40B4-BE49-F238E27FC236}">
                  <a16:creationId xmlns:a16="http://schemas.microsoft.com/office/drawing/2014/main" id="{16D9D3FC-B01F-6CF0-01C2-D68F648A27CC}"/>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33;p32">
              <a:extLst>
                <a:ext uri="{FF2B5EF4-FFF2-40B4-BE49-F238E27FC236}">
                  <a16:creationId xmlns:a16="http://schemas.microsoft.com/office/drawing/2014/main" id="{6E2E1538-4180-6A00-09D2-6674AE6B745C}"/>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34;p32">
              <a:extLst>
                <a:ext uri="{FF2B5EF4-FFF2-40B4-BE49-F238E27FC236}">
                  <a16:creationId xmlns:a16="http://schemas.microsoft.com/office/drawing/2014/main" id="{A83F86B2-B49A-0C4B-F356-48F168BF30EA}"/>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35;p32">
            <a:extLst>
              <a:ext uri="{FF2B5EF4-FFF2-40B4-BE49-F238E27FC236}">
                <a16:creationId xmlns:a16="http://schemas.microsoft.com/office/drawing/2014/main" id="{2177E2A1-864E-E1BF-36A9-56523FC86746}"/>
              </a:ext>
            </a:extLst>
          </p:cNvPr>
          <p:cNvGrpSpPr/>
          <p:nvPr/>
        </p:nvGrpSpPr>
        <p:grpSpPr>
          <a:xfrm>
            <a:off x="-74361" y="6940471"/>
            <a:ext cx="937904" cy="937208"/>
            <a:chOff x="715100" y="274199"/>
            <a:chExt cx="1920300" cy="1918875"/>
          </a:xfrm>
        </p:grpSpPr>
        <p:sp>
          <p:nvSpPr>
            <p:cNvPr id="25" name="Google Shape;536;p32">
              <a:extLst>
                <a:ext uri="{FF2B5EF4-FFF2-40B4-BE49-F238E27FC236}">
                  <a16:creationId xmlns:a16="http://schemas.microsoft.com/office/drawing/2014/main" id="{8F26CF39-8260-A8A0-2BA8-60B5DAE7643D}"/>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537;p32">
              <a:extLst>
                <a:ext uri="{FF2B5EF4-FFF2-40B4-BE49-F238E27FC236}">
                  <a16:creationId xmlns:a16="http://schemas.microsoft.com/office/drawing/2014/main" id="{4EEF7D51-BDC3-6137-D8DB-4BD3107CAEA9}"/>
                </a:ext>
              </a:extLst>
            </p:cNvPr>
            <p:cNvGrpSpPr/>
            <p:nvPr/>
          </p:nvGrpSpPr>
          <p:grpSpPr>
            <a:xfrm>
              <a:off x="715100" y="274199"/>
              <a:ext cx="1828800" cy="1828800"/>
              <a:chOff x="715100" y="274199"/>
              <a:chExt cx="1828800" cy="1828800"/>
            </a:xfrm>
          </p:grpSpPr>
          <p:sp>
            <p:nvSpPr>
              <p:cNvPr id="27" name="Google Shape;538;p32">
                <a:extLst>
                  <a:ext uri="{FF2B5EF4-FFF2-40B4-BE49-F238E27FC236}">
                    <a16:creationId xmlns:a16="http://schemas.microsoft.com/office/drawing/2014/main" id="{DE4C0087-BFD0-ABCD-9512-35A2A9672603}"/>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539;p32">
                <a:extLst>
                  <a:ext uri="{FF2B5EF4-FFF2-40B4-BE49-F238E27FC236}">
                    <a16:creationId xmlns:a16="http://schemas.microsoft.com/office/drawing/2014/main" id="{C2D0D162-EA77-A4D6-A16F-4F6F49741B30}"/>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29" name="Google Shape;540;p32">
                <a:extLst>
                  <a:ext uri="{FF2B5EF4-FFF2-40B4-BE49-F238E27FC236}">
                    <a16:creationId xmlns:a16="http://schemas.microsoft.com/office/drawing/2014/main" id="{1A8B76D4-5706-64EA-B057-FA49A942447B}"/>
                  </a:ext>
                </a:extLst>
              </p:cNvPr>
              <p:cNvGrpSpPr/>
              <p:nvPr/>
            </p:nvGrpSpPr>
            <p:grpSpPr>
              <a:xfrm>
                <a:off x="2267950" y="363963"/>
                <a:ext cx="183000" cy="183000"/>
                <a:chOff x="8225400" y="367488"/>
                <a:chExt cx="183000" cy="183000"/>
              </a:xfrm>
            </p:grpSpPr>
            <p:cxnSp>
              <p:nvCxnSpPr>
                <p:cNvPr id="32" name="Google Shape;541;p32">
                  <a:extLst>
                    <a:ext uri="{FF2B5EF4-FFF2-40B4-BE49-F238E27FC236}">
                      <a16:creationId xmlns:a16="http://schemas.microsoft.com/office/drawing/2014/main" id="{3DE28AC4-0AA6-7B0E-B546-F993B07A9ECC}"/>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3" name="Google Shape;542;p32">
                  <a:extLst>
                    <a:ext uri="{FF2B5EF4-FFF2-40B4-BE49-F238E27FC236}">
                      <a16:creationId xmlns:a16="http://schemas.microsoft.com/office/drawing/2014/main" id="{D7A8B920-198A-840D-FCD6-17BBD79DC5DC}"/>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0" name="Google Shape;543;p32">
                <a:extLst>
                  <a:ext uri="{FF2B5EF4-FFF2-40B4-BE49-F238E27FC236}">
                    <a16:creationId xmlns:a16="http://schemas.microsoft.com/office/drawing/2014/main" id="{63C34704-C92E-80DB-AAA7-2509C8C0C711}"/>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544;p32">
                <a:extLst>
                  <a:ext uri="{FF2B5EF4-FFF2-40B4-BE49-F238E27FC236}">
                    <a16:creationId xmlns:a16="http://schemas.microsoft.com/office/drawing/2014/main" id="{08B8A489-37A6-0FEB-E87E-51B8FD8EF0B0}"/>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pic>
        <p:nvPicPr>
          <p:cNvPr id="35" name="Picture 34">
            <a:extLst>
              <a:ext uri="{FF2B5EF4-FFF2-40B4-BE49-F238E27FC236}">
                <a16:creationId xmlns:a16="http://schemas.microsoft.com/office/drawing/2014/main" id="{38603D9C-921E-8DFF-FBBD-6F9C83347739}"/>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Effect>
                      <a14:brightnessContrast contrast="-40000"/>
                    </a14:imgEffect>
                  </a14:imgLayer>
                </a14:imgProps>
              </a:ext>
            </a:extLst>
          </a:blip>
          <a:srcRect/>
          <a:stretch/>
        </p:blipFill>
        <p:spPr>
          <a:xfrm>
            <a:off x="1445700" y="1142406"/>
            <a:ext cx="6161395" cy="3140027"/>
          </a:xfrm>
          <a:prstGeom prst="rect">
            <a:avLst/>
          </a:prstGeom>
        </p:spPr>
      </p:pic>
      <p:grpSp>
        <p:nvGrpSpPr>
          <p:cNvPr id="4" name="Google Shape;987;p45">
            <a:extLst>
              <a:ext uri="{FF2B5EF4-FFF2-40B4-BE49-F238E27FC236}">
                <a16:creationId xmlns:a16="http://schemas.microsoft.com/office/drawing/2014/main" id="{CC1118DC-D9B4-D66C-6012-B03E443CD4CD}"/>
              </a:ext>
            </a:extLst>
          </p:cNvPr>
          <p:cNvGrpSpPr/>
          <p:nvPr/>
        </p:nvGrpSpPr>
        <p:grpSpPr>
          <a:xfrm>
            <a:off x="408498" y="1152993"/>
            <a:ext cx="1146089" cy="615631"/>
            <a:chOff x="136938" y="1799258"/>
            <a:chExt cx="1827475" cy="1051350"/>
          </a:xfrm>
        </p:grpSpPr>
        <p:grpSp>
          <p:nvGrpSpPr>
            <p:cNvPr id="34" name="Google Shape;988;p45">
              <a:extLst>
                <a:ext uri="{FF2B5EF4-FFF2-40B4-BE49-F238E27FC236}">
                  <a16:creationId xmlns:a16="http://schemas.microsoft.com/office/drawing/2014/main" id="{F35BDF43-2C89-82D4-C408-5FE3A099A8E7}"/>
                </a:ext>
              </a:extLst>
            </p:cNvPr>
            <p:cNvGrpSpPr/>
            <p:nvPr/>
          </p:nvGrpSpPr>
          <p:grpSpPr>
            <a:xfrm>
              <a:off x="136938" y="1799258"/>
              <a:ext cx="1827475" cy="1051350"/>
              <a:chOff x="274188" y="1278048"/>
              <a:chExt cx="1827475" cy="1051350"/>
            </a:xfrm>
          </p:grpSpPr>
          <p:sp>
            <p:nvSpPr>
              <p:cNvPr id="42" name="Google Shape;989;p45">
                <a:extLst>
                  <a:ext uri="{FF2B5EF4-FFF2-40B4-BE49-F238E27FC236}">
                    <a16:creationId xmlns:a16="http://schemas.microsoft.com/office/drawing/2014/main" id="{BD57C2FA-5F0B-F02B-DA26-A7FF17E693F4}"/>
                  </a:ext>
                </a:extLst>
              </p:cNvPr>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990;p45">
                <a:extLst>
                  <a:ext uri="{FF2B5EF4-FFF2-40B4-BE49-F238E27FC236}">
                    <a16:creationId xmlns:a16="http://schemas.microsoft.com/office/drawing/2014/main" id="{A7410D56-7B76-F25A-1D59-9F92C4D27871}"/>
                  </a:ext>
                </a:extLst>
              </p:cNvPr>
              <p:cNvGrpSpPr/>
              <p:nvPr/>
            </p:nvGrpSpPr>
            <p:grpSpPr>
              <a:xfrm>
                <a:off x="274188" y="1278048"/>
                <a:ext cx="1737300" cy="960000"/>
                <a:chOff x="7146475" y="2190661"/>
                <a:chExt cx="1737300" cy="960000"/>
              </a:xfrm>
            </p:grpSpPr>
            <p:sp>
              <p:nvSpPr>
                <p:cNvPr id="44" name="Google Shape;991;p45">
                  <a:extLst>
                    <a:ext uri="{FF2B5EF4-FFF2-40B4-BE49-F238E27FC236}">
                      <a16:creationId xmlns:a16="http://schemas.microsoft.com/office/drawing/2014/main" id="{1AB7A460-B646-1BC4-1EFF-1CF30F62856F}"/>
                    </a:ext>
                  </a:extLst>
                </p:cNvPr>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992;p45">
                  <a:extLst>
                    <a:ext uri="{FF2B5EF4-FFF2-40B4-BE49-F238E27FC236}">
                      <a16:creationId xmlns:a16="http://schemas.microsoft.com/office/drawing/2014/main" id="{D0957FCC-40E9-E1DE-3E90-DA920C23AB97}"/>
                    </a:ext>
                  </a:extLst>
                </p:cNvPr>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36" name="Google Shape;993;p45">
              <a:extLst>
                <a:ext uri="{FF2B5EF4-FFF2-40B4-BE49-F238E27FC236}">
                  <a16:creationId xmlns:a16="http://schemas.microsoft.com/office/drawing/2014/main" id="{BFEFAA12-60C6-153B-FBE9-20880693505B}"/>
                </a:ext>
              </a:extLst>
            </p:cNvPr>
            <p:cNvGrpSpPr/>
            <p:nvPr/>
          </p:nvGrpSpPr>
          <p:grpSpPr>
            <a:xfrm>
              <a:off x="516820" y="2120752"/>
              <a:ext cx="984259" cy="497716"/>
              <a:chOff x="516820" y="2059368"/>
              <a:chExt cx="984259" cy="497716"/>
            </a:xfrm>
          </p:grpSpPr>
          <p:sp>
            <p:nvSpPr>
              <p:cNvPr id="37" name="Google Shape;994;p45">
                <a:extLst>
                  <a:ext uri="{FF2B5EF4-FFF2-40B4-BE49-F238E27FC236}">
                    <a16:creationId xmlns:a16="http://schemas.microsoft.com/office/drawing/2014/main" id="{8FCA693B-B423-280E-BD74-60ABF61C2612}"/>
                  </a:ext>
                </a:extLst>
              </p:cNvPr>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995;p45">
                <a:extLst>
                  <a:ext uri="{FF2B5EF4-FFF2-40B4-BE49-F238E27FC236}">
                    <a16:creationId xmlns:a16="http://schemas.microsoft.com/office/drawing/2014/main" id="{1756BC5C-D8CE-CD1C-8BF7-1F9708E57467}"/>
                  </a:ext>
                </a:extLst>
              </p:cNvPr>
              <p:cNvGrpSpPr/>
              <p:nvPr/>
            </p:nvGrpSpPr>
            <p:grpSpPr>
              <a:xfrm>
                <a:off x="704319" y="2347322"/>
                <a:ext cx="609261" cy="209762"/>
                <a:chOff x="704319" y="2343647"/>
                <a:chExt cx="609261" cy="209762"/>
              </a:xfrm>
            </p:grpSpPr>
            <p:sp>
              <p:nvSpPr>
                <p:cNvPr id="40" name="Google Shape;996;p45">
                  <a:extLst>
                    <a:ext uri="{FF2B5EF4-FFF2-40B4-BE49-F238E27FC236}">
                      <a16:creationId xmlns:a16="http://schemas.microsoft.com/office/drawing/2014/main" id="{37AFF564-1A13-5E57-D8BE-FD38F2F7B3E9}"/>
                    </a:ext>
                  </a:extLst>
                </p:cNvPr>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97;p45">
                  <a:extLst>
                    <a:ext uri="{FF2B5EF4-FFF2-40B4-BE49-F238E27FC236}">
                      <a16:creationId xmlns:a16="http://schemas.microsoft.com/office/drawing/2014/main" id="{343ABE34-C77B-A792-0D78-1873A75756AB}"/>
                    </a:ext>
                  </a:extLst>
                </p:cNvPr>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998;p45">
                <a:extLst>
                  <a:ext uri="{FF2B5EF4-FFF2-40B4-BE49-F238E27FC236}">
                    <a16:creationId xmlns:a16="http://schemas.microsoft.com/office/drawing/2014/main" id="{799C2D01-2F08-C92A-1A50-D248A191DA42}"/>
                  </a:ext>
                </a:extLst>
              </p:cNvPr>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 name="Google Shape;999;p45">
            <a:extLst>
              <a:ext uri="{FF2B5EF4-FFF2-40B4-BE49-F238E27FC236}">
                <a16:creationId xmlns:a16="http://schemas.microsoft.com/office/drawing/2014/main" id="{B02A2D4D-E428-6084-DCC5-D4460656B15F}"/>
              </a:ext>
            </a:extLst>
          </p:cNvPr>
          <p:cNvSpPr/>
          <p:nvPr/>
        </p:nvSpPr>
        <p:spPr>
          <a:xfrm>
            <a:off x="1536905" y="4117843"/>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00;p45">
            <a:extLst>
              <a:ext uri="{FF2B5EF4-FFF2-40B4-BE49-F238E27FC236}">
                <a16:creationId xmlns:a16="http://schemas.microsoft.com/office/drawing/2014/main" id="{D1EBABE0-2CAF-93BC-7EDD-4638C2568666}"/>
              </a:ext>
            </a:extLst>
          </p:cNvPr>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01;p45">
            <a:extLst>
              <a:ext uri="{FF2B5EF4-FFF2-40B4-BE49-F238E27FC236}">
                <a16:creationId xmlns:a16="http://schemas.microsoft.com/office/drawing/2014/main" id="{ADA85F70-5545-E79F-F0A4-7BD80FB628B6}"/>
              </a:ext>
            </a:extLst>
          </p:cNvPr>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2038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82">
          <a:extLst>
            <a:ext uri="{FF2B5EF4-FFF2-40B4-BE49-F238E27FC236}">
              <a16:creationId xmlns:a16="http://schemas.microsoft.com/office/drawing/2014/main" id="{7D88AC3C-60E4-4D3B-1C1B-2B692DE3F3EE}"/>
            </a:ext>
          </a:extLst>
        </p:cNvPr>
        <p:cNvGrpSpPr/>
        <p:nvPr/>
      </p:nvGrpSpPr>
      <p:grpSpPr>
        <a:xfrm>
          <a:off x="0" y="0"/>
          <a:ext cx="0" cy="0"/>
          <a:chOff x="0" y="0"/>
          <a:chExt cx="0" cy="0"/>
        </a:xfrm>
      </p:grpSpPr>
      <p:grpSp>
        <p:nvGrpSpPr>
          <p:cNvPr id="984" name="Google Shape;984;p45">
            <a:extLst>
              <a:ext uri="{FF2B5EF4-FFF2-40B4-BE49-F238E27FC236}">
                <a16:creationId xmlns:a16="http://schemas.microsoft.com/office/drawing/2014/main" id="{689997C3-FA9E-1EA6-AD27-D14EB0C03D5B}"/>
              </a:ext>
            </a:extLst>
          </p:cNvPr>
          <p:cNvGrpSpPr/>
          <p:nvPr/>
        </p:nvGrpSpPr>
        <p:grpSpPr>
          <a:xfrm>
            <a:off x="463700" y="3419112"/>
            <a:ext cx="502800" cy="502800"/>
            <a:chOff x="7014301" y="2017350"/>
            <a:chExt cx="502800" cy="502800"/>
          </a:xfrm>
        </p:grpSpPr>
        <p:sp>
          <p:nvSpPr>
            <p:cNvPr id="985" name="Google Shape;985;p45">
              <a:extLst>
                <a:ext uri="{FF2B5EF4-FFF2-40B4-BE49-F238E27FC236}">
                  <a16:creationId xmlns:a16="http://schemas.microsoft.com/office/drawing/2014/main" id="{9607CED9-6F2D-6A13-1BD8-C39DCDBE6C1D}"/>
                </a:ext>
              </a:extLst>
            </p:cNvPr>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a:extLst>
                <a:ext uri="{FF2B5EF4-FFF2-40B4-BE49-F238E27FC236}">
                  <a16:creationId xmlns:a16="http://schemas.microsoft.com/office/drawing/2014/main" id="{0DE770ED-9F37-BCD1-DFFB-BB5133DB94A9}"/>
                </a:ext>
              </a:extLst>
            </p:cNvPr>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45">
            <a:extLst>
              <a:ext uri="{FF2B5EF4-FFF2-40B4-BE49-F238E27FC236}">
                <a16:creationId xmlns:a16="http://schemas.microsoft.com/office/drawing/2014/main" id="{A49D080D-09C5-EA75-9776-55EFEDD4CD60}"/>
              </a:ext>
            </a:extLst>
          </p:cNvPr>
          <p:cNvGrpSpPr/>
          <p:nvPr/>
        </p:nvGrpSpPr>
        <p:grpSpPr>
          <a:xfrm>
            <a:off x="463651" y="4104919"/>
            <a:ext cx="502899" cy="502899"/>
            <a:chOff x="858700" y="1967475"/>
            <a:chExt cx="605100" cy="605100"/>
          </a:xfrm>
        </p:grpSpPr>
        <p:sp>
          <p:nvSpPr>
            <p:cNvPr id="1003" name="Google Shape;1003;p45">
              <a:extLst>
                <a:ext uri="{FF2B5EF4-FFF2-40B4-BE49-F238E27FC236}">
                  <a16:creationId xmlns:a16="http://schemas.microsoft.com/office/drawing/2014/main" id="{9D65E816-8CB3-D9E0-2F71-F1906179DF73}"/>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a:extLst>
                <a:ext uri="{FF2B5EF4-FFF2-40B4-BE49-F238E27FC236}">
                  <a16:creationId xmlns:a16="http://schemas.microsoft.com/office/drawing/2014/main" id="{E342CE8C-BF37-240F-44AD-241FFEA0ABC8}"/>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45">
            <a:extLst>
              <a:ext uri="{FF2B5EF4-FFF2-40B4-BE49-F238E27FC236}">
                <a16:creationId xmlns:a16="http://schemas.microsoft.com/office/drawing/2014/main" id="{C166DF18-76FA-EB48-29B0-F13E46586379}"/>
              </a:ext>
            </a:extLst>
          </p:cNvPr>
          <p:cNvGrpSpPr/>
          <p:nvPr/>
        </p:nvGrpSpPr>
        <p:grpSpPr>
          <a:xfrm>
            <a:off x="404600" y="2673613"/>
            <a:ext cx="621000" cy="621000"/>
            <a:chOff x="416300" y="4058211"/>
            <a:chExt cx="621000" cy="621000"/>
          </a:xfrm>
        </p:grpSpPr>
        <p:sp>
          <p:nvSpPr>
            <p:cNvPr id="1006" name="Google Shape;1006;p45">
              <a:extLst>
                <a:ext uri="{FF2B5EF4-FFF2-40B4-BE49-F238E27FC236}">
                  <a16:creationId xmlns:a16="http://schemas.microsoft.com/office/drawing/2014/main" id="{7B23A1C8-D8F0-6CC7-78FA-1E4565F7678A}"/>
                </a:ext>
              </a:extLst>
            </p:cNvPr>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5">
              <a:extLst>
                <a:ext uri="{FF2B5EF4-FFF2-40B4-BE49-F238E27FC236}">
                  <a16:creationId xmlns:a16="http://schemas.microsoft.com/office/drawing/2014/main" id="{F59DF4D7-9E54-E028-E34F-AB892AA099DF}"/>
                </a:ext>
              </a:extLst>
            </p:cNvPr>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546;p32">
            <a:extLst>
              <a:ext uri="{FF2B5EF4-FFF2-40B4-BE49-F238E27FC236}">
                <a16:creationId xmlns:a16="http://schemas.microsoft.com/office/drawing/2014/main" id="{039A8917-E9C5-CC5E-212E-95F77E253730}"/>
              </a:ext>
            </a:extLst>
          </p:cNvPr>
          <p:cNvSpPr txBox="1">
            <a:spLocks noGrp="1"/>
          </p:cNvSpPr>
          <p:nvPr>
            <p:ph type="title"/>
          </p:nvPr>
        </p:nvSpPr>
        <p:spPr>
          <a:xfrm>
            <a:off x="646739" y="736759"/>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000" b="1">
                <a:solidFill>
                  <a:schemeClr val="hlink"/>
                </a:solidFill>
                <a:uFill>
                  <a:noFill/>
                </a:uFill>
                <a:latin typeface="Oswald" pitchFamily="2" charset="0"/>
                <a:ea typeface="Karla"/>
                <a:cs typeface="Karla"/>
                <a:sym typeface="Karla"/>
              </a:rPr>
              <a:t>SƠ ĐỒ ACTIVITY DIAGRAM</a:t>
            </a:r>
            <a:endParaRPr lang="en-US" sz="2000" b="1">
              <a:solidFill>
                <a:schemeClr val="dk1"/>
              </a:solidFill>
              <a:latin typeface="Oswald" pitchFamily="2" charset="0"/>
              <a:ea typeface="Karla"/>
              <a:cs typeface="Karla"/>
              <a:sym typeface="Karla"/>
            </a:endParaRPr>
          </a:p>
        </p:txBody>
      </p:sp>
      <p:grpSp>
        <p:nvGrpSpPr>
          <p:cNvPr id="2" name="Google Shape;515;p32">
            <a:extLst>
              <a:ext uri="{FF2B5EF4-FFF2-40B4-BE49-F238E27FC236}">
                <a16:creationId xmlns:a16="http://schemas.microsoft.com/office/drawing/2014/main" id="{2734CB54-E2CA-6110-D7F5-1A69EC62B4A9}"/>
              </a:ext>
            </a:extLst>
          </p:cNvPr>
          <p:cNvGrpSpPr/>
          <p:nvPr/>
        </p:nvGrpSpPr>
        <p:grpSpPr>
          <a:xfrm rot="18225969">
            <a:off x="8603682" y="-1807706"/>
            <a:ext cx="1505857" cy="143417"/>
            <a:chOff x="4572050" y="100025"/>
            <a:chExt cx="3657590" cy="348347"/>
          </a:xfrm>
        </p:grpSpPr>
        <p:sp>
          <p:nvSpPr>
            <p:cNvPr id="3" name="Google Shape;516;p32">
              <a:extLst>
                <a:ext uri="{FF2B5EF4-FFF2-40B4-BE49-F238E27FC236}">
                  <a16:creationId xmlns:a16="http://schemas.microsoft.com/office/drawing/2014/main" id="{75DBB940-5ABF-93BE-F4FD-7835ABBA3C5D}"/>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17;p32">
              <a:extLst>
                <a:ext uri="{FF2B5EF4-FFF2-40B4-BE49-F238E27FC236}">
                  <a16:creationId xmlns:a16="http://schemas.microsoft.com/office/drawing/2014/main" id="{B7EF11C0-EE85-53D6-94B8-55B6A478508B}"/>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8;p32">
              <a:extLst>
                <a:ext uri="{FF2B5EF4-FFF2-40B4-BE49-F238E27FC236}">
                  <a16:creationId xmlns:a16="http://schemas.microsoft.com/office/drawing/2014/main" id="{4179A7AD-3D0C-8AF2-24A8-8D111C20D811}"/>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9;p32">
              <a:extLst>
                <a:ext uri="{FF2B5EF4-FFF2-40B4-BE49-F238E27FC236}">
                  <a16:creationId xmlns:a16="http://schemas.microsoft.com/office/drawing/2014/main" id="{A276EC86-9F8E-4267-1160-0BDF75FF9129}"/>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0;p32">
              <a:extLst>
                <a:ext uri="{FF2B5EF4-FFF2-40B4-BE49-F238E27FC236}">
                  <a16:creationId xmlns:a16="http://schemas.microsoft.com/office/drawing/2014/main" id="{B293B297-3AA7-1F0D-409B-7314F829968E}"/>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21;p32">
              <a:extLst>
                <a:ext uri="{FF2B5EF4-FFF2-40B4-BE49-F238E27FC236}">
                  <a16:creationId xmlns:a16="http://schemas.microsoft.com/office/drawing/2014/main" id="{41F7EB0B-91DD-9BD2-A7A9-EFD85A302A3F}"/>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2;p32">
              <a:extLst>
                <a:ext uri="{FF2B5EF4-FFF2-40B4-BE49-F238E27FC236}">
                  <a16:creationId xmlns:a16="http://schemas.microsoft.com/office/drawing/2014/main" id="{4F380AFE-D520-D3AF-0564-386881AC70DA}"/>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3;p32">
              <a:extLst>
                <a:ext uri="{FF2B5EF4-FFF2-40B4-BE49-F238E27FC236}">
                  <a16:creationId xmlns:a16="http://schemas.microsoft.com/office/drawing/2014/main" id="{85BA2536-6F16-65A6-FFEE-BC1931FC6643}"/>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4;p32">
              <a:extLst>
                <a:ext uri="{FF2B5EF4-FFF2-40B4-BE49-F238E27FC236}">
                  <a16:creationId xmlns:a16="http://schemas.microsoft.com/office/drawing/2014/main" id="{ED6E8402-AA53-8EEA-8B92-FD985E1F5CCB}"/>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25;p32">
              <a:extLst>
                <a:ext uri="{FF2B5EF4-FFF2-40B4-BE49-F238E27FC236}">
                  <a16:creationId xmlns:a16="http://schemas.microsoft.com/office/drawing/2014/main" id="{6458E3D9-A302-8B81-FABC-7E29A8D9C19E}"/>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26;p32">
              <a:extLst>
                <a:ext uri="{FF2B5EF4-FFF2-40B4-BE49-F238E27FC236}">
                  <a16:creationId xmlns:a16="http://schemas.microsoft.com/office/drawing/2014/main" id="{76F7A2AC-F41F-5304-6DF9-333CAFE365E1}"/>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27;p32">
              <a:extLst>
                <a:ext uri="{FF2B5EF4-FFF2-40B4-BE49-F238E27FC236}">
                  <a16:creationId xmlns:a16="http://schemas.microsoft.com/office/drawing/2014/main" id="{3D26D8BA-8C9F-8181-4411-E6FBBD666D94}"/>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528;p32">
            <a:extLst>
              <a:ext uri="{FF2B5EF4-FFF2-40B4-BE49-F238E27FC236}">
                <a16:creationId xmlns:a16="http://schemas.microsoft.com/office/drawing/2014/main" id="{CB4CDF70-7639-9D5D-1A3C-7769A57553B7}"/>
              </a:ext>
            </a:extLst>
          </p:cNvPr>
          <p:cNvGrpSpPr/>
          <p:nvPr/>
        </p:nvGrpSpPr>
        <p:grpSpPr>
          <a:xfrm rot="12825969">
            <a:off x="9989849" y="-763227"/>
            <a:ext cx="323544" cy="735336"/>
            <a:chOff x="3724575" y="3497700"/>
            <a:chExt cx="603495" cy="1371596"/>
          </a:xfrm>
        </p:grpSpPr>
        <p:sp>
          <p:nvSpPr>
            <p:cNvPr id="18" name="Google Shape;529;p32">
              <a:extLst>
                <a:ext uri="{FF2B5EF4-FFF2-40B4-BE49-F238E27FC236}">
                  <a16:creationId xmlns:a16="http://schemas.microsoft.com/office/drawing/2014/main" id="{C331DF16-CF63-43D7-15AF-AC533E2E4839}"/>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30;p32">
              <a:extLst>
                <a:ext uri="{FF2B5EF4-FFF2-40B4-BE49-F238E27FC236}">
                  <a16:creationId xmlns:a16="http://schemas.microsoft.com/office/drawing/2014/main" id="{DF0113AC-043F-71AB-608E-B3229C1C6A92}"/>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31;p32">
              <a:extLst>
                <a:ext uri="{FF2B5EF4-FFF2-40B4-BE49-F238E27FC236}">
                  <a16:creationId xmlns:a16="http://schemas.microsoft.com/office/drawing/2014/main" id="{EF93C953-D04E-CFB9-6E61-FB1D57224BBA}"/>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32;p32">
              <a:extLst>
                <a:ext uri="{FF2B5EF4-FFF2-40B4-BE49-F238E27FC236}">
                  <a16:creationId xmlns:a16="http://schemas.microsoft.com/office/drawing/2014/main" id="{0F3616BA-4358-8D64-D5A0-8938FC0163B4}"/>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33;p32">
              <a:extLst>
                <a:ext uri="{FF2B5EF4-FFF2-40B4-BE49-F238E27FC236}">
                  <a16:creationId xmlns:a16="http://schemas.microsoft.com/office/drawing/2014/main" id="{F50FAD26-3544-D556-A18D-2E611A9E7B42}"/>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34;p32">
              <a:extLst>
                <a:ext uri="{FF2B5EF4-FFF2-40B4-BE49-F238E27FC236}">
                  <a16:creationId xmlns:a16="http://schemas.microsoft.com/office/drawing/2014/main" id="{37438747-A263-78E5-1E25-47A59DA17DC2}"/>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35;p32">
            <a:extLst>
              <a:ext uri="{FF2B5EF4-FFF2-40B4-BE49-F238E27FC236}">
                <a16:creationId xmlns:a16="http://schemas.microsoft.com/office/drawing/2014/main" id="{747990EB-18D6-D0C6-0C4E-A1840AA895A4}"/>
              </a:ext>
            </a:extLst>
          </p:cNvPr>
          <p:cNvGrpSpPr/>
          <p:nvPr/>
        </p:nvGrpSpPr>
        <p:grpSpPr>
          <a:xfrm>
            <a:off x="-74361" y="6940471"/>
            <a:ext cx="937904" cy="937208"/>
            <a:chOff x="715100" y="274199"/>
            <a:chExt cx="1920300" cy="1918875"/>
          </a:xfrm>
        </p:grpSpPr>
        <p:sp>
          <p:nvSpPr>
            <p:cNvPr id="25" name="Google Shape;536;p32">
              <a:extLst>
                <a:ext uri="{FF2B5EF4-FFF2-40B4-BE49-F238E27FC236}">
                  <a16:creationId xmlns:a16="http://schemas.microsoft.com/office/drawing/2014/main" id="{9BEFE6FB-BDAD-0554-3C60-280D63C98E8C}"/>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537;p32">
              <a:extLst>
                <a:ext uri="{FF2B5EF4-FFF2-40B4-BE49-F238E27FC236}">
                  <a16:creationId xmlns:a16="http://schemas.microsoft.com/office/drawing/2014/main" id="{39E1486C-40D5-6788-AB4E-09E7A8F7E580}"/>
                </a:ext>
              </a:extLst>
            </p:cNvPr>
            <p:cNvGrpSpPr/>
            <p:nvPr/>
          </p:nvGrpSpPr>
          <p:grpSpPr>
            <a:xfrm>
              <a:off x="715100" y="274199"/>
              <a:ext cx="1828800" cy="1828800"/>
              <a:chOff x="715100" y="274199"/>
              <a:chExt cx="1828800" cy="1828800"/>
            </a:xfrm>
          </p:grpSpPr>
          <p:sp>
            <p:nvSpPr>
              <p:cNvPr id="27" name="Google Shape;538;p32">
                <a:extLst>
                  <a:ext uri="{FF2B5EF4-FFF2-40B4-BE49-F238E27FC236}">
                    <a16:creationId xmlns:a16="http://schemas.microsoft.com/office/drawing/2014/main" id="{43A4F3CE-B86C-BC70-3082-6014D140CA76}"/>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539;p32">
                <a:extLst>
                  <a:ext uri="{FF2B5EF4-FFF2-40B4-BE49-F238E27FC236}">
                    <a16:creationId xmlns:a16="http://schemas.microsoft.com/office/drawing/2014/main" id="{9622B716-492D-A1CD-F072-7921C9C1B681}"/>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29" name="Google Shape;540;p32">
                <a:extLst>
                  <a:ext uri="{FF2B5EF4-FFF2-40B4-BE49-F238E27FC236}">
                    <a16:creationId xmlns:a16="http://schemas.microsoft.com/office/drawing/2014/main" id="{507BF449-EE50-285F-D268-11DA67B10A50}"/>
                  </a:ext>
                </a:extLst>
              </p:cNvPr>
              <p:cNvGrpSpPr/>
              <p:nvPr/>
            </p:nvGrpSpPr>
            <p:grpSpPr>
              <a:xfrm>
                <a:off x="2267950" y="363963"/>
                <a:ext cx="183000" cy="183000"/>
                <a:chOff x="8225400" y="367488"/>
                <a:chExt cx="183000" cy="183000"/>
              </a:xfrm>
            </p:grpSpPr>
            <p:cxnSp>
              <p:nvCxnSpPr>
                <p:cNvPr id="32" name="Google Shape;541;p32">
                  <a:extLst>
                    <a:ext uri="{FF2B5EF4-FFF2-40B4-BE49-F238E27FC236}">
                      <a16:creationId xmlns:a16="http://schemas.microsoft.com/office/drawing/2014/main" id="{37454DAC-706D-D7CA-EA8C-27C8AFE47CE0}"/>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3" name="Google Shape;542;p32">
                  <a:extLst>
                    <a:ext uri="{FF2B5EF4-FFF2-40B4-BE49-F238E27FC236}">
                      <a16:creationId xmlns:a16="http://schemas.microsoft.com/office/drawing/2014/main" id="{4A853EF9-EF52-C778-EF99-3A5C986B2655}"/>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0" name="Google Shape;543;p32">
                <a:extLst>
                  <a:ext uri="{FF2B5EF4-FFF2-40B4-BE49-F238E27FC236}">
                    <a16:creationId xmlns:a16="http://schemas.microsoft.com/office/drawing/2014/main" id="{3CC7AE96-4BD4-CA78-9FFD-D4F39BDE2BB9}"/>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544;p32">
                <a:extLst>
                  <a:ext uri="{FF2B5EF4-FFF2-40B4-BE49-F238E27FC236}">
                    <a16:creationId xmlns:a16="http://schemas.microsoft.com/office/drawing/2014/main" id="{A9EB5EDC-70F8-6B21-369C-44ED6F8CEACA}"/>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pic>
        <p:nvPicPr>
          <p:cNvPr id="35" name="Picture 34">
            <a:extLst>
              <a:ext uri="{FF2B5EF4-FFF2-40B4-BE49-F238E27FC236}">
                <a16:creationId xmlns:a16="http://schemas.microsoft.com/office/drawing/2014/main" id="{2D766756-5A41-7342-225A-11393E29C21B}"/>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Effect>
                      <a14:brightnessContrast contrast="-40000"/>
                    </a14:imgEffect>
                  </a14:imgLayer>
                </a14:imgProps>
              </a:ext>
            </a:extLst>
          </a:blip>
          <a:srcRect/>
          <a:stretch/>
        </p:blipFill>
        <p:spPr>
          <a:xfrm>
            <a:off x="1469003" y="1176796"/>
            <a:ext cx="6113749" cy="3150184"/>
          </a:xfrm>
          <a:prstGeom prst="rect">
            <a:avLst/>
          </a:prstGeom>
        </p:spPr>
      </p:pic>
      <p:grpSp>
        <p:nvGrpSpPr>
          <p:cNvPr id="4" name="Google Shape;987;p45">
            <a:extLst>
              <a:ext uri="{FF2B5EF4-FFF2-40B4-BE49-F238E27FC236}">
                <a16:creationId xmlns:a16="http://schemas.microsoft.com/office/drawing/2014/main" id="{46FE0673-B2D1-E76F-97A5-3AB3541A9C35}"/>
              </a:ext>
            </a:extLst>
          </p:cNvPr>
          <p:cNvGrpSpPr/>
          <p:nvPr/>
        </p:nvGrpSpPr>
        <p:grpSpPr>
          <a:xfrm>
            <a:off x="408498" y="1152993"/>
            <a:ext cx="1146089" cy="615631"/>
            <a:chOff x="136938" y="1799258"/>
            <a:chExt cx="1827475" cy="1051350"/>
          </a:xfrm>
        </p:grpSpPr>
        <p:grpSp>
          <p:nvGrpSpPr>
            <p:cNvPr id="34" name="Google Shape;988;p45">
              <a:extLst>
                <a:ext uri="{FF2B5EF4-FFF2-40B4-BE49-F238E27FC236}">
                  <a16:creationId xmlns:a16="http://schemas.microsoft.com/office/drawing/2014/main" id="{836693DA-D4C5-1420-A847-A52AD2F8A4E7}"/>
                </a:ext>
              </a:extLst>
            </p:cNvPr>
            <p:cNvGrpSpPr/>
            <p:nvPr/>
          </p:nvGrpSpPr>
          <p:grpSpPr>
            <a:xfrm>
              <a:off x="136938" y="1799258"/>
              <a:ext cx="1827475" cy="1051350"/>
              <a:chOff x="274188" y="1278048"/>
              <a:chExt cx="1827475" cy="1051350"/>
            </a:xfrm>
          </p:grpSpPr>
          <p:sp>
            <p:nvSpPr>
              <p:cNvPr id="42" name="Google Shape;989;p45">
                <a:extLst>
                  <a:ext uri="{FF2B5EF4-FFF2-40B4-BE49-F238E27FC236}">
                    <a16:creationId xmlns:a16="http://schemas.microsoft.com/office/drawing/2014/main" id="{F81B08BE-AA48-2BB6-2D4F-19C57DA2BDBA}"/>
                  </a:ext>
                </a:extLst>
              </p:cNvPr>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990;p45">
                <a:extLst>
                  <a:ext uri="{FF2B5EF4-FFF2-40B4-BE49-F238E27FC236}">
                    <a16:creationId xmlns:a16="http://schemas.microsoft.com/office/drawing/2014/main" id="{B13391D4-025F-6540-81C3-399C29F05890}"/>
                  </a:ext>
                </a:extLst>
              </p:cNvPr>
              <p:cNvGrpSpPr/>
              <p:nvPr/>
            </p:nvGrpSpPr>
            <p:grpSpPr>
              <a:xfrm>
                <a:off x="274188" y="1278048"/>
                <a:ext cx="1737300" cy="960000"/>
                <a:chOff x="7146475" y="2190661"/>
                <a:chExt cx="1737300" cy="960000"/>
              </a:xfrm>
            </p:grpSpPr>
            <p:sp>
              <p:nvSpPr>
                <p:cNvPr id="44" name="Google Shape;991;p45">
                  <a:extLst>
                    <a:ext uri="{FF2B5EF4-FFF2-40B4-BE49-F238E27FC236}">
                      <a16:creationId xmlns:a16="http://schemas.microsoft.com/office/drawing/2014/main" id="{85E741BD-F96C-4289-3252-F7A5E8EAD12C}"/>
                    </a:ext>
                  </a:extLst>
                </p:cNvPr>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992;p45">
                  <a:extLst>
                    <a:ext uri="{FF2B5EF4-FFF2-40B4-BE49-F238E27FC236}">
                      <a16:creationId xmlns:a16="http://schemas.microsoft.com/office/drawing/2014/main" id="{74BFE8C0-C8A6-9B1F-CC30-61FB226CEDE6}"/>
                    </a:ext>
                  </a:extLst>
                </p:cNvPr>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36" name="Google Shape;993;p45">
              <a:extLst>
                <a:ext uri="{FF2B5EF4-FFF2-40B4-BE49-F238E27FC236}">
                  <a16:creationId xmlns:a16="http://schemas.microsoft.com/office/drawing/2014/main" id="{AEF320F8-E89C-C593-A055-0821278FC1CF}"/>
                </a:ext>
              </a:extLst>
            </p:cNvPr>
            <p:cNvGrpSpPr/>
            <p:nvPr/>
          </p:nvGrpSpPr>
          <p:grpSpPr>
            <a:xfrm>
              <a:off x="516820" y="2120752"/>
              <a:ext cx="984259" cy="497716"/>
              <a:chOff x="516820" y="2059368"/>
              <a:chExt cx="984259" cy="497716"/>
            </a:xfrm>
          </p:grpSpPr>
          <p:sp>
            <p:nvSpPr>
              <p:cNvPr id="37" name="Google Shape;994;p45">
                <a:extLst>
                  <a:ext uri="{FF2B5EF4-FFF2-40B4-BE49-F238E27FC236}">
                    <a16:creationId xmlns:a16="http://schemas.microsoft.com/office/drawing/2014/main" id="{2AC6ACB7-45B9-983A-2EB4-7B71C579B07A}"/>
                  </a:ext>
                </a:extLst>
              </p:cNvPr>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995;p45">
                <a:extLst>
                  <a:ext uri="{FF2B5EF4-FFF2-40B4-BE49-F238E27FC236}">
                    <a16:creationId xmlns:a16="http://schemas.microsoft.com/office/drawing/2014/main" id="{35E2ABBE-AA6B-74B4-819D-97C69263C348}"/>
                  </a:ext>
                </a:extLst>
              </p:cNvPr>
              <p:cNvGrpSpPr/>
              <p:nvPr/>
            </p:nvGrpSpPr>
            <p:grpSpPr>
              <a:xfrm>
                <a:off x="704319" y="2347322"/>
                <a:ext cx="609261" cy="209762"/>
                <a:chOff x="704319" y="2343647"/>
                <a:chExt cx="609261" cy="209762"/>
              </a:xfrm>
            </p:grpSpPr>
            <p:sp>
              <p:nvSpPr>
                <p:cNvPr id="40" name="Google Shape;996;p45">
                  <a:extLst>
                    <a:ext uri="{FF2B5EF4-FFF2-40B4-BE49-F238E27FC236}">
                      <a16:creationId xmlns:a16="http://schemas.microsoft.com/office/drawing/2014/main" id="{ABE2E7B8-1E44-71BE-C41F-95B5735FD862}"/>
                    </a:ext>
                  </a:extLst>
                </p:cNvPr>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97;p45">
                  <a:extLst>
                    <a:ext uri="{FF2B5EF4-FFF2-40B4-BE49-F238E27FC236}">
                      <a16:creationId xmlns:a16="http://schemas.microsoft.com/office/drawing/2014/main" id="{C4B99B72-09B1-EEBA-7FB1-3A5FD19A499E}"/>
                    </a:ext>
                  </a:extLst>
                </p:cNvPr>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998;p45">
                <a:extLst>
                  <a:ext uri="{FF2B5EF4-FFF2-40B4-BE49-F238E27FC236}">
                    <a16:creationId xmlns:a16="http://schemas.microsoft.com/office/drawing/2014/main" id="{795D48D1-39AF-3E22-6D46-4BFD55F85709}"/>
                  </a:ext>
                </a:extLst>
              </p:cNvPr>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 name="Google Shape;999;p45">
            <a:extLst>
              <a:ext uri="{FF2B5EF4-FFF2-40B4-BE49-F238E27FC236}">
                <a16:creationId xmlns:a16="http://schemas.microsoft.com/office/drawing/2014/main" id="{3265499A-6E24-F915-1086-9FE0E680DE23}"/>
              </a:ext>
            </a:extLst>
          </p:cNvPr>
          <p:cNvSpPr/>
          <p:nvPr/>
        </p:nvSpPr>
        <p:spPr>
          <a:xfrm>
            <a:off x="1536905" y="4117843"/>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00;p45">
            <a:extLst>
              <a:ext uri="{FF2B5EF4-FFF2-40B4-BE49-F238E27FC236}">
                <a16:creationId xmlns:a16="http://schemas.microsoft.com/office/drawing/2014/main" id="{3953DCF8-E1CD-65D3-0E17-53A14E8DE32F}"/>
              </a:ext>
            </a:extLst>
          </p:cNvPr>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01;p45">
            <a:extLst>
              <a:ext uri="{FF2B5EF4-FFF2-40B4-BE49-F238E27FC236}">
                <a16:creationId xmlns:a16="http://schemas.microsoft.com/office/drawing/2014/main" id="{70C850DE-A4A3-F99D-B4BD-FCAD0AC19BEA}"/>
              </a:ext>
            </a:extLst>
          </p:cNvPr>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2147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2">
          <a:extLst>
            <a:ext uri="{FF2B5EF4-FFF2-40B4-BE49-F238E27FC236}">
              <a16:creationId xmlns:a16="http://schemas.microsoft.com/office/drawing/2014/main" id="{856ACF43-7296-5A4A-7FF9-B90160321863}"/>
            </a:ext>
          </a:extLst>
        </p:cNvPr>
        <p:cNvGrpSpPr/>
        <p:nvPr/>
      </p:nvGrpSpPr>
      <p:grpSpPr>
        <a:xfrm>
          <a:off x="0" y="0"/>
          <a:ext cx="0" cy="0"/>
          <a:chOff x="0" y="0"/>
          <a:chExt cx="0" cy="0"/>
        </a:xfrm>
      </p:grpSpPr>
      <p:grpSp>
        <p:nvGrpSpPr>
          <p:cNvPr id="984" name="Google Shape;984;p45">
            <a:extLst>
              <a:ext uri="{FF2B5EF4-FFF2-40B4-BE49-F238E27FC236}">
                <a16:creationId xmlns:a16="http://schemas.microsoft.com/office/drawing/2014/main" id="{DD042B1C-9642-3F70-2C8F-10D52A8BAA0E}"/>
              </a:ext>
            </a:extLst>
          </p:cNvPr>
          <p:cNvGrpSpPr/>
          <p:nvPr/>
        </p:nvGrpSpPr>
        <p:grpSpPr>
          <a:xfrm>
            <a:off x="463700" y="3419112"/>
            <a:ext cx="502800" cy="502800"/>
            <a:chOff x="7014301" y="2017350"/>
            <a:chExt cx="502800" cy="502800"/>
          </a:xfrm>
        </p:grpSpPr>
        <p:sp>
          <p:nvSpPr>
            <p:cNvPr id="985" name="Google Shape;985;p45">
              <a:extLst>
                <a:ext uri="{FF2B5EF4-FFF2-40B4-BE49-F238E27FC236}">
                  <a16:creationId xmlns:a16="http://schemas.microsoft.com/office/drawing/2014/main" id="{EF859FD8-535D-493C-B9AB-E49575372927}"/>
                </a:ext>
              </a:extLst>
            </p:cNvPr>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a:extLst>
                <a:ext uri="{FF2B5EF4-FFF2-40B4-BE49-F238E27FC236}">
                  <a16:creationId xmlns:a16="http://schemas.microsoft.com/office/drawing/2014/main" id="{B43C9C94-BD27-31E1-9707-9B0DA90FD483}"/>
                </a:ext>
              </a:extLst>
            </p:cNvPr>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45">
            <a:extLst>
              <a:ext uri="{FF2B5EF4-FFF2-40B4-BE49-F238E27FC236}">
                <a16:creationId xmlns:a16="http://schemas.microsoft.com/office/drawing/2014/main" id="{0068399A-9285-BF4B-2146-1FCF55357208}"/>
              </a:ext>
            </a:extLst>
          </p:cNvPr>
          <p:cNvGrpSpPr/>
          <p:nvPr/>
        </p:nvGrpSpPr>
        <p:grpSpPr>
          <a:xfrm>
            <a:off x="463651" y="4104919"/>
            <a:ext cx="502899" cy="502899"/>
            <a:chOff x="858700" y="1967475"/>
            <a:chExt cx="605100" cy="605100"/>
          </a:xfrm>
        </p:grpSpPr>
        <p:sp>
          <p:nvSpPr>
            <p:cNvPr id="1003" name="Google Shape;1003;p45">
              <a:extLst>
                <a:ext uri="{FF2B5EF4-FFF2-40B4-BE49-F238E27FC236}">
                  <a16:creationId xmlns:a16="http://schemas.microsoft.com/office/drawing/2014/main" id="{9A76BC31-A8B6-928C-AFDD-71C51A83C867}"/>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a:extLst>
                <a:ext uri="{FF2B5EF4-FFF2-40B4-BE49-F238E27FC236}">
                  <a16:creationId xmlns:a16="http://schemas.microsoft.com/office/drawing/2014/main" id="{277F6173-D612-7620-5074-57A182CF3D0E}"/>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45">
            <a:extLst>
              <a:ext uri="{FF2B5EF4-FFF2-40B4-BE49-F238E27FC236}">
                <a16:creationId xmlns:a16="http://schemas.microsoft.com/office/drawing/2014/main" id="{4CEA4E7B-17F3-CD9F-FB35-5888955E16E9}"/>
              </a:ext>
            </a:extLst>
          </p:cNvPr>
          <p:cNvGrpSpPr/>
          <p:nvPr/>
        </p:nvGrpSpPr>
        <p:grpSpPr>
          <a:xfrm>
            <a:off x="404600" y="2673613"/>
            <a:ext cx="621000" cy="621000"/>
            <a:chOff x="416300" y="4058211"/>
            <a:chExt cx="621000" cy="621000"/>
          </a:xfrm>
        </p:grpSpPr>
        <p:sp>
          <p:nvSpPr>
            <p:cNvPr id="1006" name="Google Shape;1006;p45">
              <a:extLst>
                <a:ext uri="{FF2B5EF4-FFF2-40B4-BE49-F238E27FC236}">
                  <a16:creationId xmlns:a16="http://schemas.microsoft.com/office/drawing/2014/main" id="{DFD5CB7E-3203-512C-21EB-24F51CFB76F3}"/>
                </a:ext>
              </a:extLst>
            </p:cNvPr>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5">
              <a:extLst>
                <a:ext uri="{FF2B5EF4-FFF2-40B4-BE49-F238E27FC236}">
                  <a16:creationId xmlns:a16="http://schemas.microsoft.com/office/drawing/2014/main" id="{F1711073-52C7-ABE8-C036-F5A9E0FFF616}"/>
                </a:ext>
              </a:extLst>
            </p:cNvPr>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546;p32">
            <a:extLst>
              <a:ext uri="{FF2B5EF4-FFF2-40B4-BE49-F238E27FC236}">
                <a16:creationId xmlns:a16="http://schemas.microsoft.com/office/drawing/2014/main" id="{72D8D28A-7A51-CF09-13AB-2794F187EBCD}"/>
              </a:ext>
            </a:extLst>
          </p:cNvPr>
          <p:cNvSpPr txBox="1">
            <a:spLocks noGrp="1"/>
          </p:cNvSpPr>
          <p:nvPr>
            <p:ph type="title"/>
          </p:nvPr>
        </p:nvSpPr>
        <p:spPr>
          <a:xfrm>
            <a:off x="646739" y="736759"/>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000" b="1">
                <a:solidFill>
                  <a:schemeClr val="hlink"/>
                </a:solidFill>
                <a:uFill>
                  <a:noFill/>
                </a:uFill>
                <a:latin typeface="Oswald" pitchFamily="2" charset="0"/>
                <a:ea typeface="Karla"/>
                <a:cs typeface="Karla"/>
                <a:sym typeface="Karla"/>
              </a:rPr>
              <a:t>SƠ ĐỒ SEQUENCE  DIAGRAM</a:t>
            </a:r>
            <a:endParaRPr lang="en-US" sz="2000" b="1">
              <a:solidFill>
                <a:schemeClr val="dk1"/>
              </a:solidFill>
              <a:latin typeface="Oswald" pitchFamily="2" charset="0"/>
              <a:ea typeface="Karla"/>
              <a:cs typeface="Karla"/>
              <a:sym typeface="Karla"/>
            </a:endParaRPr>
          </a:p>
        </p:txBody>
      </p:sp>
      <p:grpSp>
        <p:nvGrpSpPr>
          <p:cNvPr id="2" name="Google Shape;515;p32">
            <a:extLst>
              <a:ext uri="{FF2B5EF4-FFF2-40B4-BE49-F238E27FC236}">
                <a16:creationId xmlns:a16="http://schemas.microsoft.com/office/drawing/2014/main" id="{72044CB0-8DC7-1924-781F-D723AC9794B5}"/>
              </a:ext>
            </a:extLst>
          </p:cNvPr>
          <p:cNvGrpSpPr/>
          <p:nvPr/>
        </p:nvGrpSpPr>
        <p:grpSpPr>
          <a:xfrm rot="18225969">
            <a:off x="8603682" y="-1807706"/>
            <a:ext cx="1505857" cy="143417"/>
            <a:chOff x="4572050" y="100025"/>
            <a:chExt cx="3657590" cy="348347"/>
          </a:xfrm>
        </p:grpSpPr>
        <p:sp>
          <p:nvSpPr>
            <p:cNvPr id="3" name="Google Shape;516;p32">
              <a:extLst>
                <a:ext uri="{FF2B5EF4-FFF2-40B4-BE49-F238E27FC236}">
                  <a16:creationId xmlns:a16="http://schemas.microsoft.com/office/drawing/2014/main" id="{D0B550AA-918F-8B94-37B8-FA618741A17B}"/>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17;p32">
              <a:extLst>
                <a:ext uri="{FF2B5EF4-FFF2-40B4-BE49-F238E27FC236}">
                  <a16:creationId xmlns:a16="http://schemas.microsoft.com/office/drawing/2014/main" id="{38594ACD-7F8E-8BC2-01FD-8FB6EB16E724}"/>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8;p32">
              <a:extLst>
                <a:ext uri="{FF2B5EF4-FFF2-40B4-BE49-F238E27FC236}">
                  <a16:creationId xmlns:a16="http://schemas.microsoft.com/office/drawing/2014/main" id="{BEA16199-D1F8-08BF-17AD-97B36AD952B9}"/>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9;p32">
              <a:extLst>
                <a:ext uri="{FF2B5EF4-FFF2-40B4-BE49-F238E27FC236}">
                  <a16:creationId xmlns:a16="http://schemas.microsoft.com/office/drawing/2014/main" id="{36A7D665-C28B-9E03-FCC4-4C36A6426440}"/>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0;p32">
              <a:extLst>
                <a:ext uri="{FF2B5EF4-FFF2-40B4-BE49-F238E27FC236}">
                  <a16:creationId xmlns:a16="http://schemas.microsoft.com/office/drawing/2014/main" id="{24F4C12E-64E6-E204-08BD-C59A24D7531A}"/>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21;p32">
              <a:extLst>
                <a:ext uri="{FF2B5EF4-FFF2-40B4-BE49-F238E27FC236}">
                  <a16:creationId xmlns:a16="http://schemas.microsoft.com/office/drawing/2014/main" id="{A758E0D5-F6A3-9E79-1124-3E34895A0028}"/>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2;p32">
              <a:extLst>
                <a:ext uri="{FF2B5EF4-FFF2-40B4-BE49-F238E27FC236}">
                  <a16:creationId xmlns:a16="http://schemas.microsoft.com/office/drawing/2014/main" id="{3CFC6E49-41BB-DBA3-E33E-D4BEB740852E}"/>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3;p32">
              <a:extLst>
                <a:ext uri="{FF2B5EF4-FFF2-40B4-BE49-F238E27FC236}">
                  <a16:creationId xmlns:a16="http://schemas.microsoft.com/office/drawing/2014/main" id="{2D81C732-23FF-B47C-52EF-A40B750BE27D}"/>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4;p32">
              <a:extLst>
                <a:ext uri="{FF2B5EF4-FFF2-40B4-BE49-F238E27FC236}">
                  <a16:creationId xmlns:a16="http://schemas.microsoft.com/office/drawing/2014/main" id="{BD8F18C1-F870-E5D1-7A04-CF4396022F3C}"/>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25;p32">
              <a:extLst>
                <a:ext uri="{FF2B5EF4-FFF2-40B4-BE49-F238E27FC236}">
                  <a16:creationId xmlns:a16="http://schemas.microsoft.com/office/drawing/2014/main" id="{FDB86ED4-9BF9-7A45-11FD-B2A78BE0BE95}"/>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26;p32">
              <a:extLst>
                <a:ext uri="{FF2B5EF4-FFF2-40B4-BE49-F238E27FC236}">
                  <a16:creationId xmlns:a16="http://schemas.microsoft.com/office/drawing/2014/main" id="{A786C083-A846-2E02-2E12-3A5BD30DC173}"/>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27;p32">
              <a:extLst>
                <a:ext uri="{FF2B5EF4-FFF2-40B4-BE49-F238E27FC236}">
                  <a16:creationId xmlns:a16="http://schemas.microsoft.com/office/drawing/2014/main" id="{316FF1FA-8D99-4005-D797-A7194081EE22}"/>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528;p32">
            <a:extLst>
              <a:ext uri="{FF2B5EF4-FFF2-40B4-BE49-F238E27FC236}">
                <a16:creationId xmlns:a16="http://schemas.microsoft.com/office/drawing/2014/main" id="{EC924E89-409B-2ABB-C610-259C6ABED4D9}"/>
              </a:ext>
            </a:extLst>
          </p:cNvPr>
          <p:cNvGrpSpPr/>
          <p:nvPr/>
        </p:nvGrpSpPr>
        <p:grpSpPr>
          <a:xfrm rot="12825969">
            <a:off x="9989849" y="-763227"/>
            <a:ext cx="323544" cy="735336"/>
            <a:chOff x="3724575" y="3497700"/>
            <a:chExt cx="603495" cy="1371596"/>
          </a:xfrm>
        </p:grpSpPr>
        <p:sp>
          <p:nvSpPr>
            <p:cNvPr id="18" name="Google Shape;529;p32">
              <a:extLst>
                <a:ext uri="{FF2B5EF4-FFF2-40B4-BE49-F238E27FC236}">
                  <a16:creationId xmlns:a16="http://schemas.microsoft.com/office/drawing/2014/main" id="{025757BB-6CFA-94E8-9172-D30605485C00}"/>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30;p32">
              <a:extLst>
                <a:ext uri="{FF2B5EF4-FFF2-40B4-BE49-F238E27FC236}">
                  <a16:creationId xmlns:a16="http://schemas.microsoft.com/office/drawing/2014/main" id="{CF5B6BEE-46E7-AD34-29F4-A9794D0C4ADE}"/>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31;p32">
              <a:extLst>
                <a:ext uri="{FF2B5EF4-FFF2-40B4-BE49-F238E27FC236}">
                  <a16:creationId xmlns:a16="http://schemas.microsoft.com/office/drawing/2014/main" id="{3B43412F-F843-1B6A-19AE-A49F451FF9F9}"/>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32;p32">
              <a:extLst>
                <a:ext uri="{FF2B5EF4-FFF2-40B4-BE49-F238E27FC236}">
                  <a16:creationId xmlns:a16="http://schemas.microsoft.com/office/drawing/2014/main" id="{0E312D90-0057-586F-AADE-9A47B75CE0A1}"/>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33;p32">
              <a:extLst>
                <a:ext uri="{FF2B5EF4-FFF2-40B4-BE49-F238E27FC236}">
                  <a16:creationId xmlns:a16="http://schemas.microsoft.com/office/drawing/2014/main" id="{1A850A7B-3900-65B1-783C-E8C03117C29D}"/>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34;p32">
              <a:extLst>
                <a:ext uri="{FF2B5EF4-FFF2-40B4-BE49-F238E27FC236}">
                  <a16:creationId xmlns:a16="http://schemas.microsoft.com/office/drawing/2014/main" id="{E1487CAD-89B3-C2C2-1C65-890218D352D0}"/>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35;p32">
            <a:extLst>
              <a:ext uri="{FF2B5EF4-FFF2-40B4-BE49-F238E27FC236}">
                <a16:creationId xmlns:a16="http://schemas.microsoft.com/office/drawing/2014/main" id="{92A685A4-21B0-52E2-AEA2-64D41A0C6757}"/>
              </a:ext>
            </a:extLst>
          </p:cNvPr>
          <p:cNvGrpSpPr/>
          <p:nvPr/>
        </p:nvGrpSpPr>
        <p:grpSpPr>
          <a:xfrm>
            <a:off x="-74361" y="6940471"/>
            <a:ext cx="937904" cy="937208"/>
            <a:chOff x="715100" y="274199"/>
            <a:chExt cx="1920300" cy="1918875"/>
          </a:xfrm>
        </p:grpSpPr>
        <p:sp>
          <p:nvSpPr>
            <p:cNvPr id="25" name="Google Shape;536;p32">
              <a:extLst>
                <a:ext uri="{FF2B5EF4-FFF2-40B4-BE49-F238E27FC236}">
                  <a16:creationId xmlns:a16="http://schemas.microsoft.com/office/drawing/2014/main" id="{DF8384EA-568C-81AB-84F6-10F6011A3667}"/>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537;p32">
              <a:extLst>
                <a:ext uri="{FF2B5EF4-FFF2-40B4-BE49-F238E27FC236}">
                  <a16:creationId xmlns:a16="http://schemas.microsoft.com/office/drawing/2014/main" id="{2F4B389B-2E0A-9D4E-6E7E-51134E0622C7}"/>
                </a:ext>
              </a:extLst>
            </p:cNvPr>
            <p:cNvGrpSpPr/>
            <p:nvPr/>
          </p:nvGrpSpPr>
          <p:grpSpPr>
            <a:xfrm>
              <a:off x="715100" y="274199"/>
              <a:ext cx="1828800" cy="1828800"/>
              <a:chOff x="715100" y="274199"/>
              <a:chExt cx="1828800" cy="1828800"/>
            </a:xfrm>
          </p:grpSpPr>
          <p:sp>
            <p:nvSpPr>
              <p:cNvPr id="27" name="Google Shape;538;p32">
                <a:extLst>
                  <a:ext uri="{FF2B5EF4-FFF2-40B4-BE49-F238E27FC236}">
                    <a16:creationId xmlns:a16="http://schemas.microsoft.com/office/drawing/2014/main" id="{EA0E85EF-8459-7193-A666-8B213FBE0DD4}"/>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539;p32">
                <a:extLst>
                  <a:ext uri="{FF2B5EF4-FFF2-40B4-BE49-F238E27FC236}">
                    <a16:creationId xmlns:a16="http://schemas.microsoft.com/office/drawing/2014/main" id="{DDC9493B-2DD8-80DA-4747-BF5596B7FDD0}"/>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29" name="Google Shape;540;p32">
                <a:extLst>
                  <a:ext uri="{FF2B5EF4-FFF2-40B4-BE49-F238E27FC236}">
                    <a16:creationId xmlns:a16="http://schemas.microsoft.com/office/drawing/2014/main" id="{419521E2-2594-3EBB-F84E-509C2A20A561}"/>
                  </a:ext>
                </a:extLst>
              </p:cNvPr>
              <p:cNvGrpSpPr/>
              <p:nvPr/>
            </p:nvGrpSpPr>
            <p:grpSpPr>
              <a:xfrm>
                <a:off x="2267950" y="363963"/>
                <a:ext cx="183000" cy="183000"/>
                <a:chOff x="8225400" y="367488"/>
                <a:chExt cx="183000" cy="183000"/>
              </a:xfrm>
            </p:grpSpPr>
            <p:cxnSp>
              <p:nvCxnSpPr>
                <p:cNvPr id="32" name="Google Shape;541;p32">
                  <a:extLst>
                    <a:ext uri="{FF2B5EF4-FFF2-40B4-BE49-F238E27FC236}">
                      <a16:creationId xmlns:a16="http://schemas.microsoft.com/office/drawing/2014/main" id="{A3ECBE9C-06A3-97C3-855D-814F42819F19}"/>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3" name="Google Shape;542;p32">
                  <a:extLst>
                    <a:ext uri="{FF2B5EF4-FFF2-40B4-BE49-F238E27FC236}">
                      <a16:creationId xmlns:a16="http://schemas.microsoft.com/office/drawing/2014/main" id="{50E77A1C-8411-D8C2-FBEC-97B384EF1126}"/>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0" name="Google Shape;543;p32">
                <a:extLst>
                  <a:ext uri="{FF2B5EF4-FFF2-40B4-BE49-F238E27FC236}">
                    <a16:creationId xmlns:a16="http://schemas.microsoft.com/office/drawing/2014/main" id="{5397FEF7-3C7E-76E5-2F32-237DE4B34851}"/>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544;p32">
                <a:extLst>
                  <a:ext uri="{FF2B5EF4-FFF2-40B4-BE49-F238E27FC236}">
                    <a16:creationId xmlns:a16="http://schemas.microsoft.com/office/drawing/2014/main" id="{200FB78D-302B-01D9-1CBF-15887790DAA5}"/>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pic>
        <p:nvPicPr>
          <p:cNvPr id="35" name="Picture 34">
            <a:extLst>
              <a:ext uri="{FF2B5EF4-FFF2-40B4-BE49-F238E27FC236}">
                <a16:creationId xmlns:a16="http://schemas.microsoft.com/office/drawing/2014/main" id="{1F6C08F3-1FA3-0E7A-5FB6-963633F0B72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Effect>
                      <a14:brightnessContrast contrast="-40000"/>
                    </a14:imgEffect>
                  </a14:imgLayer>
                </a14:imgProps>
              </a:ext>
            </a:extLst>
          </a:blip>
          <a:srcRect/>
          <a:stretch/>
        </p:blipFill>
        <p:spPr>
          <a:xfrm>
            <a:off x="1574057" y="1176796"/>
            <a:ext cx="6033038" cy="3150184"/>
          </a:xfrm>
          <a:prstGeom prst="rect">
            <a:avLst/>
          </a:prstGeom>
        </p:spPr>
      </p:pic>
      <p:grpSp>
        <p:nvGrpSpPr>
          <p:cNvPr id="4" name="Google Shape;987;p45">
            <a:extLst>
              <a:ext uri="{FF2B5EF4-FFF2-40B4-BE49-F238E27FC236}">
                <a16:creationId xmlns:a16="http://schemas.microsoft.com/office/drawing/2014/main" id="{74BE5C15-DC58-799B-AD60-3F67045E5E08}"/>
              </a:ext>
            </a:extLst>
          </p:cNvPr>
          <p:cNvGrpSpPr/>
          <p:nvPr/>
        </p:nvGrpSpPr>
        <p:grpSpPr>
          <a:xfrm>
            <a:off x="408498" y="1152993"/>
            <a:ext cx="1146089" cy="615631"/>
            <a:chOff x="136938" y="1799258"/>
            <a:chExt cx="1827475" cy="1051350"/>
          </a:xfrm>
        </p:grpSpPr>
        <p:grpSp>
          <p:nvGrpSpPr>
            <p:cNvPr id="34" name="Google Shape;988;p45">
              <a:extLst>
                <a:ext uri="{FF2B5EF4-FFF2-40B4-BE49-F238E27FC236}">
                  <a16:creationId xmlns:a16="http://schemas.microsoft.com/office/drawing/2014/main" id="{21012413-7319-F121-3563-66A698239579}"/>
                </a:ext>
              </a:extLst>
            </p:cNvPr>
            <p:cNvGrpSpPr/>
            <p:nvPr/>
          </p:nvGrpSpPr>
          <p:grpSpPr>
            <a:xfrm>
              <a:off x="136938" y="1799258"/>
              <a:ext cx="1827475" cy="1051350"/>
              <a:chOff x="274188" y="1278048"/>
              <a:chExt cx="1827475" cy="1051350"/>
            </a:xfrm>
          </p:grpSpPr>
          <p:sp>
            <p:nvSpPr>
              <p:cNvPr id="42" name="Google Shape;989;p45">
                <a:extLst>
                  <a:ext uri="{FF2B5EF4-FFF2-40B4-BE49-F238E27FC236}">
                    <a16:creationId xmlns:a16="http://schemas.microsoft.com/office/drawing/2014/main" id="{8011E277-33F9-6A11-CEE4-582719C8BFD9}"/>
                  </a:ext>
                </a:extLst>
              </p:cNvPr>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990;p45">
                <a:extLst>
                  <a:ext uri="{FF2B5EF4-FFF2-40B4-BE49-F238E27FC236}">
                    <a16:creationId xmlns:a16="http://schemas.microsoft.com/office/drawing/2014/main" id="{87A9642C-ECD8-B1EB-7A9F-B3BE6EB01F16}"/>
                  </a:ext>
                </a:extLst>
              </p:cNvPr>
              <p:cNvGrpSpPr/>
              <p:nvPr/>
            </p:nvGrpSpPr>
            <p:grpSpPr>
              <a:xfrm>
                <a:off x="274188" y="1278048"/>
                <a:ext cx="1737300" cy="960000"/>
                <a:chOff x="7146475" y="2190661"/>
                <a:chExt cx="1737300" cy="960000"/>
              </a:xfrm>
            </p:grpSpPr>
            <p:sp>
              <p:nvSpPr>
                <p:cNvPr id="44" name="Google Shape;991;p45">
                  <a:extLst>
                    <a:ext uri="{FF2B5EF4-FFF2-40B4-BE49-F238E27FC236}">
                      <a16:creationId xmlns:a16="http://schemas.microsoft.com/office/drawing/2014/main" id="{24F2712A-BA6A-79C7-61F9-B5CB9C10C5AC}"/>
                    </a:ext>
                  </a:extLst>
                </p:cNvPr>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992;p45">
                  <a:extLst>
                    <a:ext uri="{FF2B5EF4-FFF2-40B4-BE49-F238E27FC236}">
                      <a16:creationId xmlns:a16="http://schemas.microsoft.com/office/drawing/2014/main" id="{C3F1C96D-3ED1-BC32-BFB1-0CEDB9CE8DAC}"/>
                    </a:ext>
                  </a:extLst>
                </p:cNvPr>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36" name="Google Shape;993;p45">
              <a:extLst>
                <a:ext uri="{FF2B5EF4-FFF2-40B4-BE49-F238E27FC236}">
                  <a16:creationId xmlns:a16="http://schemas.microsoft.com/office/drawing/2014/main" id="{CCCFC0A4-5DE5-C8C1-AAF7-9D6C6C103327}"/>
                </a:ext>
              </a:extLst>
            </p:cNvPr>
            <p:cNvGrpSpPr/>
            <p:nvPr/>
          </p:nvGrpSpPr>
          <p:grpSpPr>
            <a:xfrm>
              <a:off x="516820" y="2120752"/>
              <a:ext cx="984259" cy="497716"/>
              <a:chOff x="516820" y="2059368"/>
              <a:chExt cx="984259" cy="497716"/>
            </a:xfrm>
          </p:grpSpPr>
          <p:sp>
            <p:nvSpPr>
              <p:cNvPr id="37" name="Google Shape;994;p45">
                <a:extLst>
                  <a:ext uri="{FF2B5EF4-FFF2-40B4-BE49-F238E27FC236}">
                    <a16:creationId xmlns:a16="http://schemas.microsoft.com/office/drawing/2014/main" id="{942C3038-4045-B166-18A3-33F738259114}"/>
                  </a:ext>
                </a:extLst>
              </p:cNvPr>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995;p45">
                <a:extLst>
                  <a:ext uri="{FF2B5EF4-FFF2-40B4-BE49-F238E27FC236}">
                    <a16:creationId xmlns:a16="http://schemas.microsoft.com/office/drawing/2014/main" id="{CE3A9254-8674-7701-44F5-36174B1AFAFC}"/>
                  </a:ext>
                </a:extLst>
              </p:cNvPr>
              <p:cNvGrpSpPr/>
              <p:nvPr/>
            </p:nvGrpSpPr>
            <p:grpSpPr>
              <a:xfrm>
                <a:off x="704319" y="2347322"/>
                <a:ext cx="609261" cy="209762"/>
                <a:chOff x="704319" y="2343647"/>
                <a:chExt cx="609261" cy="209762"/>
              </a:xfrm>
            </p:grpSpPr>
            <p:sp>
              <p:nvSpPr>
                <p:cNvPr id="40" name="Google Shape;996;p45">
                  <a:extLst>
                    <a:ext uri="{FF2B5EF4-FFF2-40B4-BE49-F238E27FC236}">
                      <a16:creationId xmlns:a16="http://schemas.microsoft.com/office/drawing/2014/main" id="{0825954B-7D77-2485-C524-E119883F43F5}"/>
                    </a:ext>
                  </a:extLst>
                </p:cNvPr>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97;p45">
                  <a:extLst>
                    <a:ext uri="{FF2B5EF4-FFF2-40B4-BE49-F238E27FC236}">
                      <a16:creationId xmlns:a16="http://schemas.microsoft.com/office/drawing/2014/main" id="{1A06F3F9-2C88-74AC-886A-8214F4A7383A}"/>
                    </a:ext>
                  </a:extLst>
                </p:cNvPr>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998;p45">
                <a:extLst>
                  <a:ext uri="{FF2B5EF4-FFF2-40B4-BE49-F238E27FC236}">
                    <a16:creationId xmlns:a16="http://schemas.microsoft.com/office/drawing/2014/main" id="{E530F3F6-935F-9AD5-057E-D3A61FE16418}"/>
                  </a:ext>
                </a:extLst>
              </p:cNvPr>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 name="Google Shape;999;p45">
            <a:extLst>
              <a:ext uri="{FF2B5EF4-FFF2-40B4-BE49-F238E27FC236}">
                <a16:creationId xmlns:a16="http://schemas.microsoft.com/office/drawing/2014/main" id="{BD1031A4-51DB-AB52-8E42-A1B992A84A22}"/>
              </a:ext>
            </a:extLst>
          </p:cNvPr>
          <p:cNvSpPr/>
          <p:nvPr/>
        </p:nvSpPr>
        <p:spPr>
          <a:xfrm>
            <a:off x="1536905" y="4117843"/>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00;p45">
            <a:extLst>
              <a:ext uri="{FF2B5EF4-FFF2-40B4-BE49-F238E27FC236}">
                <a16:creationId xmlns:a16="http://schemas.microsoft.com/office/drawing/2014/main" id="{9405B3C0-D023-9032-723A-00D7D954E3FC}"/>
              </a:ext>
            </a:extLst>
          </p:cNvPr>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01;p45">
            <a:extLst>
              <a:ext uri="{FF2B5EF4-FFF2-40B4-BE49-F238E27FC236}">
                <a16:creationId xmlns:a16="http://schemas.microsoft.com/office/drawing/2014/main" id="{1C3C2559-D545-AC31-F20E-DE36EEE24D12}"/>
              </a:ext>
            </a:extLst>
          </p:cNvPr>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574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2">
          <a:extLst>
            <a:ext uri="{FF2B5EF4-FFF2-40B4-BE49-F238E27FC236}">
              <a16:creationId xmlns:a16="http://schemas.microsoft.com/office/drawing/2014/main" id="{9C906497-C7B1-7BDC-358E-F5B084818842}"/>
            </a:ext>
          </a:extLst>
        </p:cNvPr>
        <p:cNvGrpSpPr/>
        <p:nvPr/>
      </p:nvGrpSpPr>
      <p:grpSpPr>
        <a:xfrm>
          <a:off x="0" y="0"/>
          <a:ext cx="0" cy="0"/>
          <a:chOff x="0" y="0"/>
          <a:chExt cx="0" cy="0"/>
        </a:xfrm>
      </p:grpSpPr>
      <p:grpSp>
        <p:nvGrpSpPr>
          <p:cNvPr id="984" name="Google Shape;984;p45">
            <a:extLst>
              <a:ext uri="{FF2B5EF4-FFF2-40B4-BE49-F238E27FC236}">
                <a16:creationId xmlns:a16="http://schemas.microsoft.com/office/drawing/2014/main" id="{F629E84C-915C-4166-1599-AA721495A6AC}"/>
              </a:ext>
            </a:extLst>
          </p:cNvPr>
          <p:cNvGrpSpPr/>
          <p:nvPr/>
        </p:nvGrpSpPr>
        <p:grpSpPr>
          <a:xfrm>
            <a:off x="463700" y="3419112"/>
            <a:ext cx="502800" cy="502800"/>
            <a:chOff x="7014301" y="2017350"/>
            <a:chExt cx="502800" cy="502800"/>
          </a:xfrm>
        </p:grpSpPr>
        <p:sp>
          <p:nvSpPr>
            <p:cNvPr id="985" name="Google Shape;985;p45">
              <a:extLst>
                <a:ext uri="{FF2B5EF4-FFF2-40B4-BE49-F238E27FC236}">
                  <a16:creationId xmlns:a16="http://schemas.microsoft.com/office/drawing/2014/main" id="{F0D044D1-90A0-9DF7-21B7-3DB94AA504E9}"/>
                </a:ext>
              </a:extLst>
            </p:cNvPr>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a:extLst>
                <a:ext uri="{FF2B5EF4-FFF2-40B4-BE49-F238E27FC236}">
                  <a16:creationId xmlns:a16="http://schemas.microsoft.com/office/drawing/2014/main" id="{B70CD07B-F193-11BB-5F8F-3F9F3FBD9FFF}"/>
                </a:ext>
              </a:extLst>
            </p:cNvPr>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45">
            <a:extLst>
              <a:ext uri="{FF2B5EF4-FFF2-40B4-BE49-F238E27FC236}">
                <a16:creationId xmlns:a16="http://schemas.microsoft.com/office/drawing/2014/main" id="{937DB976-3245-DEFF-184C-7E75F952B5C7}"/>
              </a:ext>
            </a:extLst>
          </p:cNvPr>
          <p:cNvGrpSpPr/>
          <p:nvPr/>
        </p:nvGrpSpPr>
        <p:grpSpPr>
          <a:xfrm>
            <a:off x="463651" y="4104919"/>
            <a:ext cx="502899" cy="502899"/>
            <a:chOff x="858700" y="1967475"/>
            <a:chExt cx="605100" cy="605100"/>
          </a:xfrm>
        </p:grpSpPr>
        <p:sp>
          <p:nvSpPr>
            <p:cNvPr id="1003" name="Google Shape;1003;p45">
              <a:extLst>
                <a:ext uri="{FF2B5EF4-FFF2-40B4-BE49-F238E27FC236}">
                  <a16:creationId xmlns:a16="http://schemas.microsoft.com/office/drawing/2014/main" id="{B2847F95-0D52-5856-A3FB-BF466EFF241E}"/>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5">
              <a:extLst>
                <a:ext uri="{FF2B5EF4-FFF2-40B4-BE49-F238E27FC236}">
                  <a16:creationId xmlns:a16="http://schemas.microsoft.com/office/drawing/2014/main" id="{F9460851-3A45-28DD-56DA-89EB0436BBDC}"/>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45">
            <a:extLst>
              <a:ext uri="{FF2B5EF4-FFF2-40B4-BE49-F238E27FC236}">
                <a16:creationId xmlns:a16="http://schemas.microsoft.com/office/drawing/2014/main" id="{2FDB3067-2624-9346-AF57-E8FCEF9715B7}"/>
              </a:ext>
            </a:extLst>
          </p:cNvPr>
          <p:cNvGrpSpPr/>
          <p:nvPr/>
        </p:nvGrpSpPr>
        <p:grpSpPr>
          <a:xfrm>
            <a:off x="404600" y="2673613"/>
            <a:ext cx="621000" cy="621000"/>
            <a:chOff x="416300" y="4058211"/>
            <a:chExt cx="621000" cy="621000"/>
          </a:xfrm>
        </p:grpSpPr>
        <p:sp>
          <p:nvSpPr>
            <p:cNvPr id="1006" name="Google Shape;1006;p45">
              <a:extLst>
                <a:ext uri="{FF2B5EF4-FFF2-40B4-BE49-F238E27FC236}">
                  <a16:creationId xmlns:a16="http://schemas.microsoft.com/office/drawing/2014/main" id="{BE8E16E4-8024-AC44-28FC-1D1F9929A311}"/>
                </a:ext>
              </a:extLst>
            </p:cNvPr>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5">
              <a:extLst>
                <a:ext uri="{FF2B5EF4-FFF2-40B4-BE49-F238E27FC236}">
                  <a16:creationId xmlns:a16="http://schemas.microsoft.com/office/drawing/2014/main" id="{DF31CE19-58F4-6F46-83DC-0CC4AA28E6D0}"/>
                </a:ext>
              </a:extLst>
            </p:cNvPr>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546;p32">
            <a:extLst>
              <a:ext uri="{FF2B5EF4-FFF2-40B4-BE49-F238E27FC236}">
                <a16:creationId xmlns:a16="http://schemas.microsoft.com/office/drawing/2014/main" id="{9CD61A60-45B9-CAE2-4BEB-2C6C61424AB2}"/>
              </a:ext>
            </a:extLst>
          </p:cNvPr>
          <p:cNvSpPr txBox="1">
            <a:spLocks noGrp="1"/>
          </p:cNvSpPr>
          <p:nvPr>
            <p:ph type="title"/>
          </p:nvPr>
        </p:nvSpPr>
        <p:spPr>
          <a:xfrm>
            <a:off x="646739" y="736759"/>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000" b="1">
                <a:solidFill>
                  <a:schemeClr val="hlink"/>
                </a:solidFill>
                <a:uFill>
                  <a:noFill/>
                </a:uFill>
                <a:latin typeface="Oswald" pitchFamily="2" charset="0"/>
                <a:ea typeface="Karla"/>
                <a:cs typeface="Karla"/>
                <a:sym typeface="Karla"/>
              </a:rPr>
              <a:t>SƠ ĐỒ USE CASE  DIAGRAM</a:t>
            </a:r>
            <a:endParaRPr lang="en-US" sz="2000" b="1">
              <a:solidFill>
                <a:schemeClr val="dk1"/>
              </a:solidFill>
              <a:latin typeface="Oswald" pitchFamily="2" charset="0"/>
              <a:ea typeface="Karla"/>
              <a:cs typeface="Karla"/>
              <a:sym typeface="Karla"/>
            </a:endParaRPr>
          </a:p>
        </p:txBody>
      </p:sp>
      <p:grpSp>
        <p:nvGrpSpPr>
          <p:cNvPr id="2" name="Google Shape;515;p32">
            <a:extLst>
              <a:ext uri="{FF2B5EF4-FFF2-40B4-BE49-F238E27FC236}">
                <a16:creationId xmlns:a16="http://schemas.microsoft.com/office/drawing/2014/main" id="{6A8E1B43-4A62-029E-3A9B-BEFFF5AD0A2B}"/>
              </a:ext>
            </a:extLst>
          </p:cNvPr>
          <p:cNvGrpSpPr/>
          <p:nvPr/>
        </p:nvGrpSpPr>
        <p:grpSpPr>
          <a:xfrm rot="18225969">
            <a:off x="8603682" y="-1807706"/>
            <a:ext cx="1505857" cy="143417"/>
            <a:chOff x="4572050" y="100025"/>
            <a:chExt cx="3657590" cy="348347"/>
          </a:xfrm>
        </p:grpSpPr>
        <p:sp>
          <p:nvSpPr>
            <p:cNvPr id="3" name="Google Shape;516;p32">
              <a:extLst>
                <a:ext uri="{FF2B5EF4-FFF2-40B4-BE49-F238E27FC236}">
                  <a16:creationId xmlns:a16="http://schemas.microsoft.com/office/drawing/2014/main" id="{73223F52-DC68-2005-6033-49746DF12D8C}"/>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17;p32">
              <a:extLst>
                <a:ext uri="{FF2B5EF4-FFF2-40B4-BE49-F238E27FC236}">
                  <a16:creationId xmlns:a16="http://schemas.microsoft.com/office/drawing/2014/main" id="{B38C4911-1CA3-345B-618B-66B6727D2BE1}"/>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18;p32">
              <a:extLst>
                <a:ext uri="{FF2B5EF4-FFF2-40B4-BE49-F238E27FC236}">
                  <a16:creationId xmlns:a16="http://schemas.microsoft.com/office/drawing/2014/main" id="{F2443770-808F-0C6C-9E9B-26DF792E5C43}"/>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19;p32">
              <a:extLst>
                <a:ext uri="{FF2B5EF4-FFF2-40B4-BE49-F238E27FC236}">
                  <a16:creationId xmlns:a16="http://schemas.microsoft.com/office/drawing/2014/main" id="{4BD6461F-785B-F34E-2C72-6F37DB8275C0}"/>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0;p32">
              <a:extLst>
                <a:ext uri="{FF2B5EF4-FFF2-40B4-BE49-F238E27FC236}">
                  <a16:creationId xmlns:a16="http://schemas.microsoft.com/office/drawing/2014/main" id="{5EA55709-84C2-4C06-777B-430ECDE226D1}"/>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21;p32">
              <a:extLst>
                <a:ext uri="{FF2B5EF4-FFF2-40B4-BE49-F238E27FC236}">
                  <a16:creationId xmlns:a16="http://schemas.microsoft.com/office/drawing/2014/main" id="{0F03F891-5BC7-BC4A-6311-90D1C0BD3057}"/>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2;p32">
              <a:extLst>
                <a:ext uri="{FF2B5EF4-FFF2-40B4-BE49-F238E27FC236}">
                  <a16:creationId xmlns:a16="http://schemas.microsoft.com/office/drawing/2014/main" id="{A65BB8B0-D215-BCC3-E97F-FB373654DA12}"/>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3;p32">
              <a:extLst>
                <a:ext uri="{FF2B5EF4-FFF2-40B4-BE49-F238E27FC236}">
                  <a16:creationId xmlns:a16="http://schemas.microsoft.com/office/drawing/2014/main" id="{4D752BAF-EDDB-0CEE-1791-0DFB6F1DC35F}"/>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4;p32">
              <a:extLst>
                <a:ext uri="{FF2B5EF4-FFF2-40B4-BE49-F238E27FC236}">
                  <a16:creationId xmlns:a16="http://schemas.microsoft.com/office/drawing/2014/main" id="{318B37BE-EA35-7B2C-60F3-41880354725B}"/>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25;p32">
              <a:extLst>
                <a:ext uri="{FF2B5EF4-FFF2-40B4-BE49-F238E27FC236}">
                  <a16:creationId xmlns:a16="http://schemas.microsoft.com/office/drawing/2014/main" id="{21251F68-B463-2F03-D4F1-2239AE86F0FE}"/>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26;p32">
              <a:extLst>
                <a:ext uri="{FF2B5EF4-FFF2-40B4-BE49-F238E27FC236}">
                  <a16:creationId xmlns:a16="http://schemas.microsoft.com/office/drawing/2014/main" id="{856F0D27-AF04-036D-4744-BFA70EDA4259}"/>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27;p32">
              <a:extLst>
                <a:ext uri="{FF2B5EF4-FFF2-40B4-BE49-F238E27FC236}">
                  <a16:creationId xmlns:a16="http://schemas.microsoft.com/office/drawing/2014/main" id="{DC17A179-DA85-252E-3D53-87AC01CA9BCB}"/>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528;p32">
            <a:extLst>
              <a:ext uri="{FF2B5EF4-FFF2-40B4-BE49-F238E27FC236}">
                <a16:creationId xmlns:a16="http://schemas.microsoft.com/office/drawing/2014/main" id="{53548042-1B8F-62DF-A5AF-447D206008F0}"/>
              </a:ext>
            </a:extLst>
          </p:cNvPr>
          <p:cNvGrpSpPr/>
          <p:nvPr/>
        </p:nvGrpSpPr>
        <p:grpSpPr>
          <a:xfrm rot="12825969">
            <a:off x="9989849" y="-763227"/>
            <a:ext cx="323544" cy="735336"/>
            <a:chOff x="3724575" y="3497700"/>
            <a:chExt cx="603495" cy="1371596"/>
          </a:xfrm>
        </p:grpSpPr>
        <p:sp>
          <p:nvSpPr>
            <p:cNvPr id="18" name="Google Shape;529;p32">
              <a:extLst>
                <a:ext uri="{FF2B5EF4-FFF2-40B4-BE49-F238E27FC236}">
                  <a16:creationId xmlns:a16="http://schemas.microsoft.com/office/drawing/2014/main" id="{3E4C0155-33C7-9C44-CA9E-F2816DA49B69}"/>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30;p32">
              <a:extLst>
                <a:ext uri="{FF2B5EF4-FFF2-40B4-BE49-F238E27FC236}">
                  <a16:creationId xmlns:a16="http://schemas.microsoft.com/office/drawing/2014/main" id="{06A45A0B-00B5-C117-8181-FE80EA3DBEFA}"/>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31;p32">
              <a:extLst>
                <a:ext uri="{FF2B5EF4-FFF2-40B4-BE49-F238E27FC236}">
                  <a16:creationId xmlns:a16="http://schemas.microsoft.com/office/drawing/2014/main" id="{ACEBF03B-2984-7388-85B9-739E21F3AC86}"/>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32;p32">
              <a:extLst>
                <a:ext uri="{FF2B5EF4-FFF2-40B4-BE49-F238E27FC236}">
                  <a16:creationId xmlns:a16="http://schemas.microsoft.com/office/drawing/2014/main" id="{65638418-95B9-C302-F054-F43D1E8483E9}"/>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33;p32">
              <a:extLst>
                <a:ext uri="{FF2B5EF4-FFF2-40B4-BE49-F238E27FC236}">
                  <a16:creationId xmlns:a16="http://schemas.microsoft.com/office/drawing/2014/main" id="{A7DBDD0C-5D5C-17B9-29D9-DB396F8C7A90}"/>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34;p32">
              <a:extLst>
                <a:ext uri="{FF2B5EF4-FFF2-40B4-BE49-F238E27FC236}">
                  <a16:creationId xmlns:a16="http://schemas.microsoft.com/office/drawing/2014/main" id="{2196DFB2-C19D-C61A-6B7A-D84FDD1216BA}"/>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35;p32">
            <a:extLst>
              <a:ext uri="{FF2B5EF4-FFF2-40B4-BE49-F238E27FC236}">
                <a16:creationId xmlns:a16="http://schemas.microsoft.com/office/drawing/2014/main" id="{C6C77C54-895C-4177-EC0F-F56A32FB2938}"/>
              </a:ext>
            </a:extLst>
          </p:cNvPr>
          <p:cNvGrpSpPr/>
          <p:nvPr/>
        </p:nvGrpSpPr>
        <p:grpSpPr>
          <a:xfrm>
            <a:off x="-74361" y="6940471"/>
            <a:ext cx="937904" cy="937208"/>
            <a:chOff x="715100" y="274199"/>
            <a:chExt cx="1920300" cy="1918875"/>
          </a:xfrm>
        </p:grpSpPr>
        <p:sp>
          <p:nvSpPr>
            <p:cNvPr id="25" name="Google Shape;536;p32">
              <a:extLst>
                <a:ext uri="{FF2B5EF4-FFF2-40B4-BE49-F238E27FC236}">
                  <a16:creationId xmlns:a16="http://schemas.microsoft.com/office/drawing/2014/main" id="{FD7F39FE-A4BA-2756-1256-ED09ADE86AFA}"/>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537;p32">
              <a:extLst>
                <a:ext uri="{FF2B5EF4-FFF2-40B4-BE49-F238E27FC236}">
                  <a16:creationId xmlns:a16="http://schemas.microsoft.com/office/drawing/2014/main" id="{AA020939-7AEA-3EDE-50A3-40B1B4F68D15}"/>
                </a:ext>
              </a:extLst>
            </p:cNvPr>
            <p:cNvGrpSpPr/>
            <p:nvPr/>
          </p:nvGrpSpPr>
          <p:grpSpPr>
            <a:xfrm>
              <a:off x="715100" y="274199"/>
              <a:ext cx="1828800" cy="1828800"/>
              <a:chOff x="715100" y="274199"/>
              <a:chExt cx="1828800" cy="1828800"/>
            </a:xfrm>
          </p:grpSpPr>
          <p:sp>
            <p:nvSpPr>
              <p:cNvPr id="27" name="Google Shape;538;p32">
                <a:extLst>
                  <a:ext uri="{FF2B5EF4-FFF2-40B4-BE49-F238E27FC236}">
                    <a16:creationId xmlns:a16="http://schemas.microsoft.com/office/drawing/2014/main" id="{E65AB31A-5210-6D20-3166-AEA3ED57B255}"/>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539;p32">
                <a:extLst>
                  <a:ext uri="{FF2B5EF4-FFF2-40B4-BE49-F238E27FC236}">
                    <a16:creationId xmlns:a16="http://schemas.microsoft.com/office/drawing/2014/main" id="{FE239517-E776-C228-13FB-608C0F765D27}"/>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29" name="Google Shape;540;p32">
                <a:extLst>
                  <a:ext uri="{FF2B5EF4-FFF2-40B4-BE49-F238E27FC236}">
                    <a16:creationId xmlns:a16="http://schemas.microsoft.com/office/drawing/2014/main" id="{E5097F72-91FE-C388-27C8-EAC78D0722AE}"/>
                  </a:ext>
                </a:extLst>
              </p:cNvPr>
              <p:cNvGrpSpPr/>
              <p:nvPr/>
            </p:nvGrpSpPr>
            <p:grpSpPr>
              <a:xfrm>
                <a:off x="2267950" y="363963"/>
                <a:ext cx="183000" cy="183000"/>
                <a:chOff x="8225400" y="367488"/>
                <a:chExt cx="183000" cy="183000"/>
              </a:xfrm>
            </p:grpSpPr>
            <p:cxnSp>
              <p:nvCxnSpPr>
                <p:cNvPr id="32" name="Google Shape;541;p32">
                  <a:extLst>
                    <a:ext uri="{FF2B5EF4-FFF2-40B4-BE49-F238E27FC236}">
                      <a16:creationId xmlns:a16="http://schemas.microsoft.com/office/drawing/2014/main" id="{4CE71B0D-4BB5-A743-889C-126FB6D04D21}"/>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3" name="Google Shape;542;p32">
                  <a:extLst>
                    <a:ext uri="{FF2B5EF4-FFF2-40B4-BE49-F238E27FC236}">
                      <a16:creationId xmlns:a16="http://schemas.microsoft.com/office/drawing/2014/main" id="{BAAD9641-F882-4C68-AA8E-B2BC3C33FCE6}"/>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0" name="Google Shape;543;p32">
                <a:extLst>
                  <a:ext uri="{FF2B5EF4-FFF2-40B4-BE49-F238E27FC236}">
                    <a16:creationId xmlns:a16="http://schemas.microsoft.com/office/drawing/2014/main" id="{01DD8617-AF43-40B7-17CA-C3ADBD281038}"/>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544;p32">
                <a:extLst>
                  <a:ext uri="{FF2B5EF4-FFF2-40B4-BE49-F238E27FC236}">
                    <a16:creationId xmlns:a16="http://schemas.microsoft.com/office/drawing/2014/main" id="{7F9D7C76-4084-1654-B2AC-D074668B8834}"/>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pic>
        <p:nvPicPr>
          <p:cNvPr id="35" name="Picture 34">
            <a:extLst>
              <a:ext uri="{FF2B5EF4-FFF2-40B4-BE49-F238E27FC236}">
                <a16:creationId xmlns:a16="http://schemas.microsoft.com/office/drawing/2014/main" id="{20968197-1A36-F961-E9C7-41743049D2A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7200"/>
                    </a14:imgEffect>
                    <a14:imgEffect>
                      <a14:brightnessContrast contrast="-40000"/>
                    </a14:imgEffect>
                  </a14:imgLayer>
                </a14:imgProps>
              </a:ext>
            </a:extLst>
          </a:blip>
          <a:srcRect/>
          <a:stretch/>
        </p:blipFill>
        <p:spPr>
          <a:xfrm>
            <a:off x="1574057" y="1377784"/>
            <a:ext cx="6033038" cy="2544128"/>
          </a:xfrm>
          <a:prstGeom prst="rect">
            <a:avLst/>
          </a:prstGeom>
        </p:spPr>
      </p:pic>
      <p:grpSp>
        <p:nvGrpSpPr>
          <p:cNvPr id="4" name="Google Shape;987;p45">
            <a:extLst>
              <a:ext uri="{FF2B5EF4-FFF2-40B4-BE49-F238E27FC236}">
                <a16:creationId xmlns:a16="http://schemas.microsoft.com/office/drawing/2014/main" id="{60BF0528-A06B-EEDC-1082-54EF1CD735CD}"/>
              </a:ext>
            </a:extLst>
          </p:cNvPr>
          <p:cNvGrpSpPr/>
          <p:nvPr/>
        </p:nvGrpSpPr>
        <p:grpSpPr>
          <a:xfrm>
            <a:off x="408498" y="1152993"/>
            <a:ext cx="1146089" cy="615631"/>
            <a:chOff x="136938" y="1799258"/>
            <a:chExt cx="1827475" cy="1051350"/>
          </a:xfrm>
        </p:grpSpPr>
        <p:grpSp>
          <p:nvGrpSpPr>
            <p:cNvPr id="34" name="Google Shape;988;p45">
              <a:extLst>
                <a:ext uri="{FF2B5EF4-FFF2-40B4-BE49-F238E27FC236}">
                  <a16:creationId xmlns:a16="http://schemas.microsoft.com/office/drawing/2014/main" id="{25AB8156-5DF9-FA03-7F7F-F66B43DB7F7F}"/>
                </a:ext>
              </a:extLst>
            </p:cNvPr>
            <p:cNvGrpSpPr/>
            <p:nvPr/>
          </p:nvGrpSpPr>
          <p:grpSpPr>
            <a:xfrm>
              <a:off x="136938" y="1799258"/>
              <a:ext cx="1827475" cy="1051350"/>
              <a:chOff x="274188" y="1278048"/>
              <a:chExt cx="1827475" cy="1051350"/>
            </a:xfrm>
          </p:grpSpPr>
          <p:sp>
            <p:nvSpPr>
              <p:cNvPr id="42" name="Google Shape;989;p45">
                <a:extLst>
                  <a:ext uri="{FF2B5EF4-FFF2-40B4-BE49-F238E27FC236}">
                    <a16:creationId xmlns:a16="http://schemas.microsoft.com/office/drawing/2014/main" id="{A1201E4E-A515-BE46-75D9-C1D1F6C817CE}"/>
                  </a:ext>
                </a:extLst>
              </p:cNvPr>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990;p45">
                <a:extLst>
                  <a:ext uri="{FF2B5EF4-FFF2-40B4-BE49-F238E27FC236}">
                    <a16:creationId xmlns:a16="http://schemas.microsoft.com/office/drawing/2014/main" id="{754B46C3-E89F-4232-0472-B9FEB810EB49}"/>
                  </a:ext>
                </a:extLst>
              </p:cNvPr>
              <p:cNvGrpSpPr/>
              <p:nvPr/>
            </p:nvGrpSpPr>
            <p:grpSpPr>
              <a:xfrm>
                <a:off x="274188" y="1278048"/>
                <a:ext cx="1737300" cy="960000"/>
                <a:chOff x="7146475" y="2190661"/>
                <a:chExt cx="1737300" cy="960000"/>
              </a:xfrm>
            </p:grpSpPr>
            <p:sp>
              <p:nvSpPr>
                <p:cNvPr id="44" name="Google Shape;991;p45">
                  <a:extLst>
                    <a:ext uri="{FF2B5EF4-FFF2-40B4-BE49-F238E27FC236}">
                      <a16:creationId xmlns:a16="http://schemas.microsoft.com/office/drawing/2014/main" id="{12838874-9358-D49E-46FC-6D0D0A047D28}"/>
                    </a:ext>
                  </a:extLst>
                </p:cNvPr>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992;p45">
                  <a:extLst>
                    <a:ext uri="{FF2B5EF4-FFF2-40B4-BE49-F238E27FC236}">
                      <a16:creationId xmlns:a16="http://schemas.microsoft.com/office/drawing/2014/main" id="{F08F4BBD-2EE7-B1F1-7B8E-27974ACC791B}"/>
                    </a:ext>
                  </a:extLst>
                </p:cNvPr>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36" name="Google Shape;993;p45">
              <a:extLst>
                <a:ext uri="{FF2B5EF4-FFF2-40B4-BE49-F238E27FC236}">
                  <a16:creationId xmlns:a16="http://schemas.microsoft.com/office/drawing/2014/main" id="{1B86B051-3B8D-BAF7-73C8-4AD1E23385C2}"/>
                </a:ext>
              </a:extLst>
            </p:cNvPr>
            <p:cNvGrpSpPr/>
            <p:nvPr/>
          </p:nvGrpSpPr>
          <p:grpSpPr>
            <a:xfrm>
              <a:off x="516820" y="2120752"/>
              <a:ext cx="984259" cy="497716"/>
              <a:chOff x="516820" y="2059368"/>
              <a:chExt cx="984259" cy="497716"/>
            </a:xfrm>
          </p:grpSpPr>
          <p:sp>
            <p:nvSpPr>
              <p:cNvPr id="37" name="Google Shape;994;p45">
                <a:extLst>
                  <a:ext uri="{FF2B5EF4-FFF2-40B4-BE49-F238E27FC236}">
                    <a16:creationId xmlns:a16="http://schemas.microsoft.com/office/drawing/2014/main" id="{798856F0-4CD2-1571-6B18-2C469166A8AF}"/>
                  </a:ext>
                </a:extLst>
              </p:cNvPr>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995;p45">
                <a:extLst>
                  <a:ext uri="{FF2B5EF4-FFF2-40B4-BE49-F238E27FC236}">
                    <a16:creationId xmlns:a16="http://schemas.microsoft.com/office/drawing/2014/main" id="{6BE4720E-F1C4-BA00-6814-A7391A4660A9}"/>
                  </a:ext>
                </a:extLst>
              </p:cNvPr>
              <p:cNvGrpSpPr/>
              <p:nvPr/>
            </p:nvGrpSpPr>
            <p:grpSpPr>
              <a:xfrm>
                <a:off x="704319" y="2347322"/>
                <a:ext cx="609261" cy="209762"/>
                <a:chOff x="704319" y="2343647"/>
                <a:chExt cx="609261" cy="209762"/>
              </a:xfrm>
            </p:grpSpPr>
            <p:sp>
              <p:nvSpPr>
                <p:cNvPr id="40" name="Google Shape;996;p45">
                  <a:extLst>
                    <a:ext uri="{FF2B5EF4-FFF2-40B4-BE49-F238E27FC236}">
                      <a16:creationId xmlns:a16="http://schemas.microsoft.com/office/drawing/2014/main" id="{8D2014F4-C4E9-0BE2-3388-1EBEF94B0DE8}"/>
                    </a:ext>
                  </a:extLst>
                </p:cNvPr>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97;p45">
                  <a:extLst>
                    <a:ext uri="{FF2B5EF4-FFF2-40B4-BE49-F238E27FC236}">
                      <a16:creationId xmlns:a16="http://schemas.microsoft.com/office/drawing/2014/main" id="{9AFA5290-DD49-9E46-F79F-74708B3DD0FF}"/>
                    </a:ext>
                  </a:extLst>
                </p:cNvPr>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998;p45">
                <a:extLst>
                  <a:ext uri="{FF2B5EF4-FFF2-40B4-BE49-F238E27FC236}">
                    <a16:creationId xmlns:a16="http://schemas.microsoft.com/office/drawing/2014/main" id="{413C2B83-878D-78D6-C0D6-A2B993831E65}"/>
                  </a:ext>
                </a:extLst>
              </p:cNvPr>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 name="Google Shape;999;p45">
            <a:extLst>
              <a:ext uri="{FF2B5EF4-FFF2-40B4-BE49-F238E27FC236}">
                <a16:creationId xmlns:a16="http://schemas.microsoft.com/office/drawing/2014/main" id="{1029072B-BE1E-FFEE-AC16-983631E00CF4}"/>
              </a:ext>
            </a:extLst>
          </p:cNvPr>
          <p:cNvSpPr/>
          <p:nvPr/>
        </p:nvSpPr>
        <p:spPr>
          <a:xfrm>
            <a:off x="1536905" y="4117843"/>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00;p45">
            <a:extLst>
              <a:ext uri="{FF2B5EF4-FFF2-40B4-BE49-F238E27FC236}">
                <a16:creationId xmlns:a16="http://schemas.microsoft.com/office/drawing/2014/main" id="{6ECEF744-4E9E-A051-7276-08FEA78F4679}"/>
              </a:ext>
            </a:extLst>
          </p:cNvPr>
          <p:cNvSpPr/>
          <p:nvPr/>
        </p:nvSpPr>
        <p:spPr>
          <a:xfrm>
            <a:off x="7031613" y="405820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01;p45">
            <a:extLst>
              <a:ext uri="{FF2B5EF4-FFF2-40B4-BE49-F238E27FC236}">
                <a16:creationId xmlns:a16="http://schemas.microsoft.com/office/drawing/2014/main" id="{4207408D-F31F-0B53-196A-6D453BBA95DB}"/>
              </a:ext>
            </a:extLst>
          </p:cNvPr>
          <p:cNvSpPr/>
          <p:nvPr/>
        </p:nvSpPr>
        <p:spPr>
          <a:xfrm>
            <a:off x="6799273" y="39095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3178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4">
          <a:extLst>
            <a:ext uri="{FF2B5EF4-FFF2-40B4-BE49-F238E27FC236}">
              <a16:creationId xmlns:a16="http://schemas.microsoft.com/office/drawing/2014/main" id="{45AE4E27-C655-5C52-F97E-5031FB62EBAA}"/>
            </a:ext>
          </a:extLst>
        </p:cNvPr>
        <p:cNvGrpSpPr/>
        <p:nvPr/>
      </p:nvGrpSpPr>
      <p:grpSpPr>
        <a:xfrm>
          <a:off x="0" y="0"/>
          <a:ext cx="0" cy="0"/>
          <a:chOff x="0" y="0"/>
          <a:chExt cx="0" cy="0"/>
        </a:xfrm>
      </p:grpSpPr>
      <p:grpSp>
        <p:nvGrpSpPr>
          <p:cNvPr id="515" name="Google Shape;515;p32">
            <a:extLst>
              <a:ext uri="{FF2B5EF4-FFF2-40B4-BE49-F238E27FC236}">
                <a16:creationId xmlns:a16="http://schemas.microsoft.com/office/drawing/2014/main" id="{4566761B-75ED-22AE-4E75-9E2B21BECF2C}"/>
              </a:ext>
            </a:extLst>
          </p:cNvPr>
          <p:cNvGrpSpPr/>
          <p:nvPr/>
        </p:nvGrpSpPr>
        <p:grpSpPr>
          <a:xfrm>
            <a:off x="5022725" y="1426150"/>
            <a:ext cx="3657590" cy="348347"/>
            <a:chOff x="4572050" y="100025"/>
            <a:chExt cx="3657590" cy="348347"/>
          </a:xfrm>
        </p:grpSpPr>
        <p:sp>
          <p:nvSpPr>
            <p:cNvPr id="516" name="Google Shape;516;p32">
              <a:extLst>
                <a:ext uri="{FF2B5EF4-FFF2-40B4-BE49-F238E27FC236}">
                  <a16:creationId xmlns:a16="http://schemas.microsoft.com/office/drawing/2014/main" id="{C10DF888-959B-FD49-39B0-7098599421B0}"/>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a:extLst>
                <a:ext uri="{FF2B5EF4-FFF2-40B4-BE49-F238E27FC236}">
                  <a16:creationId xmlns:a16="http://schemas.microsoft.com/office/drawing/2014/main" id="{D56B1DD4-0E22-49F4-8FEE-8D3531E60973}"/>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a:extLst>
                <a:ext uri="{FF2B5EF4-FFF2-40B4-BE49-F238E27FC236}">
                  <a16:creationId xmlns:a16="http://schemas.microsoft.com/office/drawing/2014/main" id="{9F0955C6-8784-E73F-0FE8-B016361718B3}"/>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a:extLst>
                <a:ext uri="{FF2B5EF4-FFF2-40B4-BE49-F238E27FC236}">
                  <a16:creationId xmlns:a16="http://schemas.microsoft.com/office/drawing/2014/main" id="{C90161DC-43CF-5735-A483-8056C97CADD1}"/>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a:extLst>
                <a:ext uri="{FF2B5EF4-FFF2-40B4-BE49-F238E27FC236}">
                  <a16:creationId xmlns:a16="http://schemas.microsoft.com/office/drawing/2014/main" id="{3900F634-0B3F-BCCA-4BA6-9DE43A2D6CAF}"/>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a:extLst>
                <a:ext uri="{FF2B5EF4-FFF2-40B4-BE49-F238E27FC236}">
                  <a16:creationId xmlns:a16="http://schemas.microsoft.com/office/drawing/2014/main" id="{21C2F97E-05FF-D9D3-789C-435CBFF31154}"/>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a:extLst>
                <a:ext uri="{FF2B5EF4-FFF2-40B4-BE49-F238E27FC236}">
                  <a16:creationId xmlns:a16="http://schemas.microsoft.com/office/drawing/2014/main" id="{25540B5E-8C10-F670-CA1D-57B394376BCF}"/>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a:extLst>
                <a:ext uri="{FF2B5EF4-FFF2-40B4-BE49-F238E27FC236}">
                  <a16:creationId xmlns:a16="http://schemas.microsoft.com/office/drawing/2014/main" id="{AF631C3F-F647-8288-4678-444A8C1F5E0B}"/>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a:extLst>
                <a:ext uri="{FF2B5EF4-FFF2-40B4-BE49-F238E27FC236}">
                  <a16:creationId xmlns:a16="http://schemas.microsoft.com/office/drawing/2014/main" id="{2E47E2F4-CB56-8660-BEE6-A687E3BCF530}"/>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a:extLst>
                <a:ext uri="{FF2B5EF4-FFF2-40B4-BE49-F238E27FC236}">
                  <a16:creationId xmlns:a16="http://schemas.microsoft.com/office/drawing/2014/main" id="{EC4C4B71-77EC-6DA6-4AE5-A4CDC68FE7A7}"/>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a:extLst>
                <a:ext uri="{FF2B5EF4-FFF2-40B4-BE49-F238E27FC236}">
                  <a16:creationId xmlns:a16="http://schemas.microsoft.com/office/drawing/2014/main" id="{28ED3A81-018F-B33A-9256-D19099218E76}"/>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a:extLst>
                <a:ext uri="{FF2B5EF4-FFF2-40B4-BE49-F238E27FC236}">
                  <a16:creationId xmlns:a16="http://schemas.microsoft.com/office/drawing/2014/main" id="{5CC2C946-786A-B991-7D97-787C8618AF58}"/>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a:extLst>
              <a:ext uri="{FF2B5EF4-FFF2-40B4-BE49-F238E27FC236}">
                <a16:creationId xmlns:a16="http://schemas.microsoft.com/office/drawing/2014/main" id="{B5DA061B-D4B6-BEC3-2053-42DAAF87960B}"/>
              </a:ext>
            </a:extLst>
          </p:cNvPr>
          <p:cNvGrpSpPr/>
          <p:nvPr/>
        </p:nvGrpSpPr>
        <p:grpSpPr>
          <a:xfrm rot="-5400000">
            <a:off x="7699250" y="1584200"/>
            <a:ext cx="603495" cy="1371596"/>
            <a:chOff x="3724575" y="3497700"/>
            <a:chExt cx="603495" cy="1371596"/>
          </a:xfrm>
        </p:grpSpPr>
        <p:sp>
          <p:nvSpPr>
            <p:cNvPr id="529" name="Google Shape;529;p32">
              <a:extLst>
                <a:ext uri="{FF2B5EF4-FFF2-40B4-BE49-F238E27FC236}">
                  <a16:creationId xmlns:a16="http://schemas.microsoft.com/office/drawing/2014/main" id="{5A2F3983-0D00-F0DE-A623-0ECF3F1F2203}"/>
                </a:ext>
              </a:extLst>
            </p:cNvPr>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a:extLst>
                <a:ext uri="{FF2B5EF4-FFF2-40B4-BE49-F238E27FC236}">
                  <a16:creationId xmlns:a16="http://schemas.microsoft.com/office/drawing/2014/main" id="{5F51CC99-5216-DDAB-4769-713984609706}"/>
                </a:ext>
              </a:extLst>
            </p:cNvPr>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a:extLst>
                <a:ext uri="{FF2B5EF4-FFF2-40B4-BE49-F238E27FC236}">
                  <a16:creationId xmlns:a16="http://schemas.microsoft.com/office/drawing/2014/main" id="{31C0FD9E-B289-7F82-39BF-653D1185E715}"/>
                </a:ext>
              </a:extLst>
            </p:cNvPr>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a:extLst>
                <a:ext uri="{FF2B5EF4-FFF2-40B4-BE49-F238E27FC236}">
                  <a16:creationId xmlns:a16="http://schemas.microsoft.com/office/drawing/2014/main" id="{C7633F51-096C-45E0-EF18-4A91C2C722CC}"/>
                </a:ext>
              </a:extLst>
            </p:cNvPr>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a:extLst>
                <a:ext uri="{FF2B5EF4-FFF2-40B4-BE49-F238E27FC236}">
                  <a16:creationId xmlns:a16="http://schemas.microsoft.com/office/drawing/2014/main" id="{A816B457-69A0-7C6D-3E0C-264A16D410E2}"/>
                </a:ext>
              </a:extLst>
            </p:cNvPr>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a:extLst>
                <a:ext uri="{FF2B5EF4-FFF2-40B4-BE49-F238E27FC236}">
                  <a16:creationId xmlns:a16="http://schemas.microsoft.com/office/drawing/2014/main" id="{F0BD7C74-77DE-60F9-EAB8-8321723D55C3}"/>
                </a:ext>
              </a:extLst>
            </p:cNvPr>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a:extLst>
              <a:ext uri="{FF2B5EF4-FFF2-40B4-BE49-F238E27FC236}">
                <a16:creationId xmlns:a16="http://schemas.microsoft.com/office/drawing/2014/main" id="{0D5CE17A-117A-7F2B-8A8C-C72DAB0F0D94}"/>
              </a:ext>
            </a:extLst>
          </p:cNvPr>
          <p:cNvGrpSpPr/>
          <p:nvPr/>
        </p:nvGrpSpPr>
        <p:grpSpPr>
          <a:xfrm>
            <a:off x="715100" y="274199"/>
            <a:ext cx="1920300" cy="1918875"/>
            <a:chOff x="715100" y="274199"/>
            <a:chExt cx="1920300" cy="1918875"/>
          </a:xfrm>
        </p:grpSpPr>
        <p:sp>
          <p:nvSpPr>
            <p:cNvPr id="536" name="Google Shape;536;p32">
              <a:extLst>
                <a:ext uri="{FF2B5EF4-FFF2-40B4-BE49-F238E27FC236}">
                  <a16:creationId xmlns:a16="http://schemas.microsoft.com/office/drawing/2014/main" id="{F5B2A19D-636C-1F5B-97C3-1DEE1E39BF3D}"/>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a:extLst>
                <a:ext uri="{FF2B5EF4-FFF2-40B4-BE49-F238E27FC236}">
                  <a16:creationId xmlns:a16="http://schemas.microsoft.com/office/drawing/2014/main" id="{2201BDC8-AA53-CFB0-EAE5-B1EF60E4B23A}"/>
                </a:ext>
              </a:extLst>
            </p:cNvPr>
            <p:cNvGrpSpPr/>
            <p:nvPr/>
          </p:nvGrpSpPr>
          <p:grpSpPr>
            <a:xfrm>
              <a:off x="715100" y="274199"/>
              <a:ext cx="1828800" cy="1828800"/>
              <a:chOff x="715100" y="274199"/>
              <a:chExt cx="1828800" cy="1828800"/>
            </a:xfrm>
          </p:grpSpPr>
          <p:sp>
            <p:nvSpPr>
              <p:cNvPr id="538" name="Google Shape;538;p32">
                <a:extLst>
                  <a:ext uri="{FF2B5EF4-FFF2-40B4-BE49-F238E27FC236}">
                    <a16:creationId xmlns:a16="http://schemas.microsoft.com/office/drawing/2014/main" id="{DC774812-96E4-9264-463B-4CD2E9C344F0}"/>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a:extLst>
                  <a:ext uri="{FF2B5EF4-FFF2-40B4-BE49-F238E27FC236}">
                    <a16:creationId xmlns:a16="http://schemas.microsoft.com/office/drawing/2014/main" id="{1ECD3E43-80AE-854D-BA35-1803F224276F}"/>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a:extLst>
                  <a:ext uri="{FF2B5EF4-FFF2-40B4-BE49-F238E27FC236}">
                    <a16:creationId xmlns:a16="http://schemas.microsoft.com/office/drawing/2014/main" id="{F43D2023-4B4E-47CA-BEA4-221890A344CE}"/>
                  </a:ext>
                </a:extLst>
              </p:cNvPr>
              <p:cNvGrpSpPr/>
              <p:nvPr/>
            </p:nvGrpSpPr>
            <p:grpSpPr>
              <a:xfrm>
                <a:off x="2267950" y="363963"/>
                <a:ext cx="183000" cy="183000"/>
                <a:chOff x="8225400" y="367488"/>
                <a:chExt cx="183000" cy="183000"/>
              </a:xfrm>
            </p:grpSpPr>
            <p:cxnSp>
              <p:nvCxnSpPr>
                <p:cNvPr id="541" name="Google Shape;541;p32">
                  <a:extLst>
                    <a:ext uri="{FF2B5EF4-FFF2-40B4-BE49-F238E27FC236}">
                      <a16:creationId xmlns:a16="http://schemas.microsoft.com/office/drawing/2014/main" id="{0C853C1F-262B-B041-E3D3-441CC2E7F70D}"/>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a:extLst>
                    <a:ext uri="{FF2B5EF4-FFF2-40B4-BE49-F238E27FC236}">
                      <a16:creationId xmlns:a16="http://schemas.microsoft.com/office/drawing/2014/main" id="{D209AC82-479D-27C1-E440-854CBD91EFA8}"/>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a:extLst>
                  <a:ext uri="{FF2B5EF4-FFF2-40B4-BE49-F238E27FC236}">
                    <a16:creationId xmlns:a16="http://schemas.microsoft.com/office/drawing/2014/main" id="{89B411EA-3755-7DA6-185B-AB779B30C869}"/>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a:extLst>
                  <a:ext uri="{FF2B5EF4-FFF2-40B4-BE49-F238E27FC236}">
                    <a16:creationId xmlns:a16="http://schemas.microsoft.com/office/drawing/2014/main" id="{022E7030-EBF7-60E8-F469-619E99937C8E}"/>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a:extLst>
              <a:ext uri="{FF2B5EF4-FFF2-40B4-BE49-F238E27FC236}">
                <a16:creationId xmlns:a16="http://schemas.microsoft.com/office/drawing/2014/main" id="{12274148-6A6A-2BE2-25A3-B35DB2788D98}"/>
              </a:ext>
            </a:extLst>
          </p:cNvPr>
          <p:cNvSpPr txBox="1">
            <a:spLocks noGrp="1"/>
          </p:cNvSpPr>
          <p:nvPr>
            <p:ph type="title" idx="2"/>
          </p:nvPr>
        </p:nvSpPr>
        <p:spPr>
          <a:xfrm>
            <a:off x="947549" y="679350"/>
            <a:ext cx="1450845"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546" name="Google Shape;546;p32">
            <a:extLst>
              <a:ext uri="{FF2B5EF4-FFF2-40B4-BE49-F238E27FC236}">
                <a16:creationId xmlns:a16="http://schemas.microsoft.com/office/drawing/2014/main" id="{AD5D73F9-799F-46BC-3F8A-CD1DA5823D37}"/>
              </a:ext>
            </a:extLst>
          </p:cNvPr>
          <p:cNvSpPr txBox="1">
            <a:spLocks noGrp="1"/>
          </p:cNvSpPr>
          <p:nvPr>
            <p:ph type="title"/>
          </p:nvPr>
        </p:nvSpPr>
        <p:spPr>
          <a:xfrm>
            <a:off x="1320800" y="2266802"/>
            <a:ext cx="6193885"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4800" b="1">
                <a:solidFill>
                  <a:schemeClr val="hlink"/>
                </a:solidFill>
                <a:uFill>
                  <a:noFill/>
                </a:uFill>
                <a:latin typeface="Oswald bold" pitchFamily="2" charset="0"/>
                <a:ea typeface="Karla"/>
                <a:cs typeface="Karla"/>
                <a:sym typeface="Karla"/>
              </a:rPr>
              <a:t>CÀI ĐẶT CHƯƠNG TRÌNH</a:t>
            </a:r>
            <a:endParaRPr lang="en-US" sz="4800" b="1">
              <a:solidFill>
                <a:schemeClr val="dk1"/>
              </a:solidFill>
              <a:latin typeface="Oswald bold" pitchFamily="2" charset="0"/>
              <a:ea typeface="Karla"/>
              <a:cs typeface="Karla"/>
              <a:sym typeface="Karla"/>
            </a:endParaRPr>
          </a:p>
        </p:txBody>
      </p:sp>
      <p:grpSp>
        <p:nvGrpSpPr>
          <p:cNvPr id="547" name="Google Shape;547;p32">
            <a:extLst>
              <a:ext uri="{FF2B5EF4-FFF2-40B4-BE49-F238E27FC236}">
                <a16:creationId xmlns:a16="http://schemas.microsoft.com/office/drawing/2014/main" id="{8575FF41-612F-9506-5DC4-32B61D240C6C}"/>
              </a:ext>
            </a:extLst>
          </p:cNvPr>
          <p:cNvGrpSpPr/>
          <p:nvPr/>
        </p:nvGrpSpPr>
        <p:grpSpPr>
          <a:xfrm>
            <a:off x="1828840" y="3406196"/>
            <a:ext cx="5577850" cy="1463100"/>
            <a:chOff x="1828840" y="3371688"/>
            <a:chExt cx="5577850" cy="1463100"/>
          </a:xfrm>
        </p:grpSpPr>
        <p:sp>
          <p:nvSpPr>
            <p:cNvPr id="548" name="Google Shape;548;p32">
              <a:extLst>
                <a:ext uri="{FF2B5EF4-FFF2-40B4-BE49-F238E27FC236}">
                  <a16:creationId xmlns:a16="http://schemas.microsoft.com/office/drawing/2014/main" id="{6114D24D-D28D-1DE5-9232-9C3186C1A25D}"/>
                </a:ext>
              </a:extLst>
            </p:cNvPr>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a:extLst>
                <a:ext uri="{FF2B5EF4-FFF2-40B4-BE49-F238E27FC236}">
                  <a16:creationId xmlns:a16="http://schemas.microsoft.com/office/drawing/2014/main" id="{0A2C254B-1609-039D-D85A-109147EA42C5}"/>
                </a:ext>
              </a:extLst>
            </p:cNvPr>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a:extLst>
                <a:ext uri="{FF2B5EF4-FFF2-40B4-BE49-F238E27FC236}">
                  <a16:creationId xmlns:a16="http://schemas.microsoft.com/office/drawing/2014/main" id="{D4047925-BA1A-2F26-A90B-574117C5AFF3}"/>
                </a:ext>
              </a:extLst>
            </p:cNvPr>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a:extLst>
              <a:ext uri="{FF2B5EF4-FFF2-40B4-BE49-F238E27FC236}">
                <a16:creationId xmlns:a16="http://schemas.microsoft.com/office/drawing/2014/main" id="{91B612AC-F1BE-E52E-7E02-4DF65BF7AE75}"/>
              </a:ext>
            </a:extLst>
          </p:cNvPr>
          <p:cNvSpPr txBox="1">
            <a:spLocks noGrp="1"/>
          </p:cNvSpPr>
          <p:nvPr>
            <p:ph type="subTitle" idx="1"/>
          </p:nvPr>
        </p:nvSpPr>
        <p:spPr>
          <a:xfrm>
            <a:off x="2065155" y="3825299"/>
            <a:ext cx="5068266" cy="61692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300">
                <a:latin typeface="Inter Tight Light" pitchFamily="2" charset="0"/>
                <a:ea typeface="Inter Tight Light" pitchFamily="2" charset="0"/>
                <a:cs typeface="Inter Tight Light" pitchFamily="2" charset="0"/>
              </a:rPr>
              <a:t>Công cụ và môi trường phát triển, Cấu trúc Project</a:t>
            </a:r>
            <a:endParaRPr sz="1300">
              <a:latin typeface="Inter Tight Light" pitchFamily="2" charset="0"/>
              <a:ea typeface="Inter Tight Light" pitchFamily="2" charset="0"/>
              <a:cs typeface="Inter Tight Light" pitchFamily="2" charset="0"/>
            </a:endParaRPr>
          </a:p>
        </p:txBody>
      </p:sp>
      <p:grpSp>
        <p:nvGrpSpPr>
          <p:cNvPr id="552" name="Google Shape;552;p32">
            <a:extLst>
              <a:ext uri="{FF2B5EF4-FFF2-40B4-BE49-F238E27FC236}">
                <a16:creationId xmlns:a16="http://schemas.microsoft.com/office/drawing/2014/main" id="{18BB4A21-ACDE-2D92-8DFD-60187E8A3059}"/>
              </a:ext>
            </a:extLst>
          </p:cNvPr>
          <p:cNvGrpSpPr/>
          <p:nvPr/>
        </p:nvGrpSpPr>
        <p:grpSpPr>
          <a:xfrm>
            <a:off x="463651" y="4105603"/>
            <a:ext cx="502899" cy="502899"/>
            <a:chOff x="858700" y="1967475"/>
            <a:chExt cx="605100" cy="605100"/>
          </a:xfrm>
        </p:grpSpPr>
        <p:sp>
          <p:nvSpPr>
            <p:cNvPr id="553" name="Google Shape;553;p32">
              <a:extLst>
                <a:ext uri="{FF2B5EF4-FFF2-40B4-BE49-F238E27FC236}">
                  <a16:creationId xmlns:a16="http://schemas.microsoft.com/office/drawing/2014/main" id="{DD847D59-5CE7-A9E9-0B3C-4610A08F4C0C}"/>
                </a:ext>
              </a:extLst>
            </p:cNvPr>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a:extLst>
                <a:ext uri="{FF2B5EF4-FFF2-40B4-BE49-F238E27FC236}">
                  <a16:creationId xmlns:a16="http://schemas.microsoft.com/office/drawing/2014/main" id="{1F0D87CF-9C06-05AA-261F-4B5687A2D63C}"/>
                </a:ext>
              </a:extLst>
            </p:cNvPr>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a:extLst>
              <a:ext uri="{FF2B5EF4-FFF2-40B4-BE49-F238E27FC236}">
                <a16:creationId xmlns:a16="http://schemas.microsoft.com/office/drawing/2014/main" id="{F7B72972-05C0-A13E-17F9-668B7AAC8435}"/>
              </a:ext>
            </a:extLst>
          </p:cNvPr>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a:extLst>
              <a:ext uri="{FF2B5EF4-FFF2-40B4-BE49-F238E27FC236}">
                <a16:creationId xmlns:a16="http://schemas.microsoft.com/office/drawing/2014/main" id="{B40DF39C-154E-36B2-9E14-D2407A0E8D4E}"/>
              </a:ext>
            </a:extLst>
          </p:cNvPr>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a:extLst>
              <a:ext uri="{FF2B5EF4-FFF2-40B4-BE49-F238E27FC236}">
                <a16:creationId xmlns:a16="http://schemas.microsoft.com/office/drawing/2014/main" id="{5735DB21-EC18-2C02-5728-2B0BA63CB281}"/>
              </a:ext>
            </a:extLst>
          </p:cNvPr>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a:extLst>
              <a:ext uri="{FF2B5EF4-FFF2-40B4-BE49-F238E27FC236}">
                <a16:creationId xmlns:a16="http://schemas.microsoft.com/office/drawing/2014/main" id="{CA94AD93-84E5-CA73-9C83-1347EFFD068F}"/>
              </a:ext>
            </a:extLst>
          </p:cNvPr>
          <p:cNvGrpSpPr/>
          <p:nvPr/>
        </p:nvGrpSpPr>
        <p:grpSpPr>
          <a:xfrm>
            <a:off x="463700" y="3419800"/>
            <a:ext cx="502800" cy="502800"/>
            <a:chOff x="1627550" y="2017350"/>
            <a:chExt cx="502800" cy="502800"/>
          </a:xfrm>
        </p:grpSpPr>
        <p:sp>
          <p:nvSpPr>
            <p:cNvPr id="559" name="Google Shape;559;p32">
              <a:extLst>
                <a:ext uri="{FF2B5EF4-FFF2-40B4-BE49-F238E27FC236}">
                  <a16:creationId xmlns:a16="http://schemas.microsoft.com/office/drawing/2014/main" id="{BB753B3C-7F88-120C-7E48-803AE9437407}"/>
                </a:ext>
              </a:extLst>
            </p:cNvPr>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a:extLst>
                <a:ext uri="{FF2B5EF4-FFF2-40B4-BE49-F238E27FC236}">
                  <a16:creationId xmlns:a16="http://schemas.microsoft.com/office/drawing/2014/main" id="{9151D97D-7E76-059F-D6B5-0D14931BC7A2}"/>
                </a:ext>
              </a:extLst>
            </p:cNvPr>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298;p53">
            <a:extLst>
              <a:ext uri="{FF2B5EF4-FFF2-40B4-BE49-F238E27FC236}">
                <a16:creationId xmlns:a16="http://schemas.microsoft.com/office/drawing/2014/main" id="{D86AFD57-D7FD-C962-68B5-AA88CE9BC7D1}"/>
              </a:ext>
            </a:extLst>
          </p:cNvPr>
          <p:cNvGrpSpPr/>
          <p:nvPr/>
        </p:nvGrpSpPr>
        <p:grpSpPr>
          <a:xfrm>
            <a:off x="11573480" y="-3707050"/>
            <a:ext cx="1097293" cy="1470385"/>
            <a:chOff x="7331725" y="1600325"/>
            <a:chExt cx="1097293" cy="1470385"/>
          </a:xfrm>
        </p:grpSpPr>
        <p:sp>
          <p:nvSpPr>
            <p:cNvPr id="18" name="Google Shape;1299;p53">
              <a:extLst>
                <a:ext uri="{FF2B5EF4-FFF2-40B4-BE49-F238E27FC236}">
                  <a16:creationId xmlns:a16="http://schemas.microsoft.com/office/drawing/2014/main" id="{C6DEDF8A-E5AD-80C6-DBD5-D6F490FBFD0F}"/>
                </a:ext>
              </a:extLst>
            </p:cNvPr>
            <p:cNvSpPr/>
            <p:nvPr/>
          </p:nvSpPr>
          <p:spPr>
            <a:xfrm>
              <a:off x="7331725" y="1600325"/>
              <a:ext cx="1097293" cy="1470385"/>
            </a:xfrm>
            <a:custGeom>
              <a:avLst/>
              <a:gdLst/>
              <a:ahLst/>
              <a:cxnLst/>
              <a:rect l="l" t="t" r="r" b="b"/>
              <a:pathLst>
                <a:path w="24806" h="33293" extrusionOk="0">
                  <a:moveTo>
                    <a:pt x="4464" y="18073"/>
                  </a:moveTo>
                  <a:lnTo>
                    <a:pt x="4464" y="18073"/>
                  </a:lnTo>
                  <a:cubicBezTo>
                    <a:pt x="1" y="11659"/>
                    <a:pt x="4610" y="2878"/>
                    <a:pt x="12415" y="2878"/>
                  </a:cubicBezTo>
                  <a:cubicBezTo>
                    <a:pt x="20220" y="2878"/>
                    <a:pt x="24805" y="11659"/>
                    <a:pt x="20342" y="18073"/>
                  </a:cubicBezTo>
                  <a:lnTo>
                    <a:pt x="20342" y="18073"/>
                  </a:lnTo>
                  <a:cubicBezTo>
                    <a:pt x="19634" y="19220"/>
                    <a:pt x="18147" y="21683"/>
                    <a:pt x="17927" y="23024"/>
                  </a:cubicBezTo>
                  <a:cubicBezTo>
                    <a:pt x="17854" y="23512"/>
                    <a:pt x="17830" y="24000"/>
                    <a:pt x="17805" y="24512"/>
                  </a:cubicBezTo>
                  <a:cubicBezTo>
                    <a:pt x="17781" y="25415"/>
                    <a:pt x="17732" y="26097"/>
                    <a:pt x="17171" y="26463"/>
                  </a:cubicBezTo>
                  <a:lnTo>
                    <a:pt x="17269" y="26536"/>
                  </a:lnTo>
                  <a:cubicBezTo>
                    <a:pt x="17830" y="27097"/>
                    <a:pt x="17537" y="28049"/>
                    <a:pt x="16756" y="28244"/>
                  </a:cubicBezTo>
                  <a:cubicBezTo>
                    <a:pt x="16903" y="28415"/>
                    <a:pt x="17000" y="28634"/>
                    <a:pt x="17000" y="28878"/>
                  </a:cubicBezTo>
                  <a:cubicBezTo>
                    <a:pt x="17000" y="29414"/>
                    <a:pt x="16537" y="29878"/>
                    <a:pt x="15976" y="29878"/>
                  </a:cubicBezTo>
                  <a:lnTo>
                    <a:pt x="15830" y="29878"/>
                  </a:lnTo>
                  <a:cubicBezTo>
                    <a:pt x="15976" y="30049"/>
                    <a:pt x="16049" y="30268"/>
                    <a:pt x="16049" y="30488"/>
                  </a:cubicBezTo>
                  <a:cubicBezTo>
                    <a:pt x="16049" y="31049"/>
                    <a:pt x="15586" y="31488"/>
                    <a:pt x="15049" y="31512"/>
                  </a:cubicBezTo>
                  <a:lnTo>
                    <a:pt x="14537" y="31512"/>
                  </a:lnTo>
                  <a:cubicBezTo>
                    <a:pt x="14488" y="31927"/>
                    <a:pt x="14269" y="32317"/>
                    <a:pt x="13927" y="32610"/>
                  </a:cubicBezTo>
                  <a:cubicBezTo>
                    <a:pt x="13025" y="33292"/>
                    <a:pt x="11781" y="33292"/>
                    <a:pt x="10903" y="32610"/>
                  </a:cubicBezTo>
                  <a:cubicBezTo>
                    <a:pt x="10562" y="32317"/>
                    <a:pt x="10342" y="31927"/>
                    <a:pt x="10269" y="31512"/>
                  </a:cubicBezTo>
                  <a:lnTo>
                    <a:pt x="9781" y="31512"/>
                  </a:lnTo>
                  <a:cubicBezTo>
                    <a:pt x="8952" y="31512"/>
                    <a:pt x="8464" y="30536"/>
                    <a:pt x="8976" y="29878"/>
                  </a:cubicBezTo>
                  <a:lnTo>
                    <a:pt x="8830" y="29878"/>
                  </a:lnTo>
                  <a:cubicBezTo>
                    <a:pt x="7976" y="29878"/>
                    <a:pt x="7513" y="28902"/>
                    <a:pt x="8049" y="28244"/>
                  </a:cubicBezTo>
                  <a:cubicBezTo>
                    <a:pt x="7854" y="28195"/>
                    <a:pt x="7684" y="28097"/>
                    <a:pt x="7562" y="27951"/>
                  </a:cubicBezTo>
                  <a:cubicBezTo>
                    <a:pt x="7171" y="27561"/>
                    <a:pt x="7171" y="26927"/>
                    <a:pt x="7562" y="26536"/>
                  </a:cubicBezTo>
                  <a:lnTo>
                    <a:pt x="7635" y="26463"/>
                  </a:lnTo>
                  <a:cubicBezTo>
                    <a:pt x="7074" y="26122"/>
                    <a:pt x="7049" y="25439"/>
                    <a:pt x="7001" y="24512"/>
                  </a:cubicBezTo>
                  <a:cubicBezTo>
                    <a:pt x="7001" y="24000"/>
                    <a:pt x="6952" y="23512"/>
                    <a:pt x="6879" y="23024"/>
                  </a:cubicBezTo>
                  <a:cubicBezTo>
                    <a:pt x="6659" y="21659"/>
                    <a:pt x="5196" y="19195"/>
                    <a:pt x="4464" y="18049"/>
                  </a:cubicBezTo>
                  <a:close/>
                  <a:moveTo>
                    <a:pt x="12488" y="1269"/>
                  </a:moveTo>
                  <a:cubicBezTo>
                    <a:pt x="12488" y="1537"/>
                    <a:pt x="12098" y="1537"/>
                    <a:pt x="12098" y="1269"/>
                  </a:cubicBezTo>
                  <a:lnTo>
                    <a:pt x="12098" y="269"/>
                  </a:lnTo>
                  <a:cubicBezTo>
                    <a:pt x="12098" y="1"/>
                    <a:pt x="12488" y="1"/>
                    <a:pt x="12488" y="269"/>
                  </a:cubicBezTo>
                  <a:close/>
                  <a:moveTo>
                    <a:pt x="6976" y="2708"/>
                  </a:moveTo>
                  <a:lnTo>
                    <a:pt x="6464" y="1830"/>
                  </a:lnTo>
                  <a:cubicBezTo>
                    <a:pt x="6318" y="1586"/>
                    <a:pt x="5976" y="1781"/>
                    <a:pt x="6123" y="2025"/>
                  </a:cubicBezTo>
                  <a:lnTo>
                    <a:pt x="6635" y="2903"/>
                  </a:lnTo>
                  <a:cubicBezTo>
                    <a:pt x="6757" y="3122"/>
                    <a:pt x="7098" y="2927"/>
                    <a:pt x="6976" y="2708"/>
                  </a:cubicBezTo>
                  <a:close/>
                  <a:moveTo>
                    <a:pt x="2903" y="6708"/>
                  </a:moveTo>
                  <a:lnTo>
                    <a:pt x="2025" y="6220"/>
                  </a:lnTo>
                  <a:cubicBezTo>
                    <a:pt x="1928" y="6147"/>
                    <a:pt x="1806" y="6195"/>
                    <a:pt x="1757" y="6293"/>
                  </a:cubicBezTo>
                  <a:cubicBezTo>
                    <a:pt x="1684" y="6366"/>
                    <a:pt x="1732" y="6488"/>
                    <a:pt x="1830" y="6561"/>
                  </a:cubicBezTo>
                  <a:lnTo>
                    <a:pt x="2708" y="7074"/>
                  </a:lnTo>
                  <a:cubicBezTo>
                    <a:pt x="2806" y="7122"/>
                    <a:pt x="2928" y="7074"/>
                    <a:pt x="2976" y="6976"/>
                  </a:cubicBezTo>
                  <a:cubicBezTo>
                    <a:pt x="3025" y="6903"/>
                    <a:pt x="3001" y="6781"/>
                    <a:pt x="2903" y="6708"/>
                  </a:cubicBezTo>
                  <a:close/>
                  <a:moveTo>
                    <a:pt x="1367" y="12195"/>
                  </a:moveTo>
                  <a:cubicBezTo>
                    <a:pt x="1489" y="12195"/>
                    <a:pt x="1586" y="12269"/>
                    <a:pt x="1586" y="12390"/>
                  </a:cubicBezTo>
                  <a:cubicBezTo>
                    <a:pt x="1586" y="12512"/>
                    <a:pt x="1489" y="12586"/>
                    <a:pt x="1367" y="12586"/>
                  </a:cubicBezTo>
                  <a:lnTo>
                    <a:pt x="367" y="12586"/>
                  </a:lnTo>
                  <a:cubicBezTo>
                    <a:pt x="245" y="12586"/>
                    <a:pt x="171" y="12512"/>
                    <a:pt x="171" y="12390"/>
                  </a:cubicBezTo>
                  <a:cubicBezTo>
                    <a:pt x="171" y="12293"/>
                    <a:pt x="245" y="12195"/>
                    <a:pt x="367" y="12195"/>
                  </a:cubicBezTo>
                  <a:close/>
                  <a:moveTo>
                    <a:pt x="18000" y="2781"/>
                  </a:moveTo>
                  <a:lnTo>
                    <a:pt x="18513" y="1903"/>
                  </a:lnTo>
                  <a:cubicBezTo>
                    <a:pt x="18635" y="1683"/>
                    <a:pt x="18293" y="1464"/>
                    <a:pt x="18147" y="1708"/>
                  </a:cubicBezTo>
                  <a:lnTo>
                    <a:pt x="17659" y="2586"/>
                  </a:lnTo>
                  <a:cubicBezTo>
                    <a:pt x="17513" y="2805"/>
                    <a:pt x="17854" y="3000"/>
                    <a:pt x="18000" y="2781"/>
                  </a:cubicBezTo>
                  <a:close/>
                  <a:moveTo>
                    <a:pt x="22000" y="6854"/>
                  </a:moveTo>
                  <a:lnTo>
                    <a:pt x="22878" y="6342"/>
                  </a:lnTo>
                  <a:cubicBezTo>
                    <a:pt x="23098" y="6220"/>
                    <a:pt x="22903" y="5854"/>
                    <a:pt x="22683" y="6000"/>
                  </a:cubicBezTo>
                  <a:lnTo>
                    <a:pt x="21805" y="6513"/>
                  </a:lnTo>
                  <a:cubicBezTo>
                    <a:pt x="21561" y="6659"/>
                    <a:pt x="21756" y="7000"/>
                    <a:pt x="22000" y="6854"/>
                  </a:cubicBezTo>
                  <a:close/>
                  <a:moveTo>
                    <a:pt x="23439" y="12366"/>
                  </a:moveTo>
                  <a:cubicBezTo>
                    <a:pt x="23317" y="12366"/>
                    <a:pt x="23220" y="12293"/>
                    <a:pt x="23220" y="12171"/>
                  </a:cubicBezTo>
                  <a:cubicBezTo>
                    <a:pt x="23220" y="12073"/>
                    <a:pt x="23317" y="11976"/>
                    <a:pt x="23439" y="11976"/>
                  </a:cubicBezTo>
                  <a:lnTo>
                    <a:pt x="24439" y="11976"/>
                  </a:lnTo>
                  <a:cubicBezTo>
                    <a:pt x="24561" y="11976"/>
                    <a:pt x="24634" y="12073"/>
                    <a:pt x="24634" y="12171"/>
                  </a:cubicBezTo>
                  <a:cubicBezTo>
                    <a:pt x="24634" y="12293"/>
                    <a:pt x="24561" y="12366"/>
                    <a:pt x="24439" y="123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00;p53">
              <a:extLst>
                <a:ext uri="{FF2B5EF4-FFF2-40B4-BE49-F238E27FC236}">
                  <a16:creationId xmlns:a16="http://schemas.microsoft.com/office/drawing/2014/main" id="{78F2CB3B-A045-3361-65E8-DDE3792CCB0B}"/>
                </a:ext>
              </a:extLst>
            </p:cNvPr>
            <p:cNvSpPr/>
            <p:nvPr/>
          </p:nvSpPr>
          <p:spPr>
            <a:xfrm>
              <a:off x="7331725" y="1600325"/>
              <a:ext cx="1097293" cy="1470385"/>
            </a:xfrm>
            <a:custGeom>
              <a:avLst/>
              <a:gdLst/>
              <a:ahLst/>
              <a:cxnLst/>
              <a:rect l="l" t="t" r="r" b="b"/>
              <a:pathLst>
                <a:path w="24806" h="33293" extrusionOk="0">
                  <a:moveTo>
                    <a:pt x="10757" y="26244"/>
                  </a:moveTo>
                  <a:lnTo>
                    <a:pt x="10757" y="20342"/>
                  </a:lnTo>
                  <a:lnTo>
                    <a:pt x="10757" y="20098"/>
                  </a:lnTo>
                  <a:cubicBezTo>
                    <a:pt x="10635" y="20073"/>
                    <a:pt x="10488" y="20024"/>
                    <a:pt x="10391" y="20000"/>
                  </a:cubicBezTo>
                  <a:cubicBezTo>
                    <a:pt x="9952" y="19878"/>
                    <a:pt x="9562" y="19659"/>
                    <a:pt x="9220" y="19390"/>
                  </a:cubicBezTo>
                  <a:cubicBezTo>
                    <a:pt x="8952" y="19171"/>
                    <a:pt x="8781" y="18878"/>
                    <a:pt x="8757" y="18537"/>
                  </a:cubicBezTo>
                  <a:cubicBezTo>
                    <a:pt x="8757" y="18439"/>
                    <a:pt x="8781" y="18366"/>
                    <a:pt x="8805" y="18293"/>
                  </a:cubicBezTo>
                  <a:cubicBezTo>
                    <a:pt x="8879" y="18024"/>
                    <a:pt x="9074" y="17829"/>
                    <a:pt x="9318" y="17756"/>
                  </a:cubicBezTo>
                  <a:cubicBezTo>
                    <a:pt x="9488" y="17707"/>
                    <a:pt x="9683" y="17707"/>
                    <a:pt x="9879" y="17756"/>
                  </a:cubicBezTo>
                  <a:cubicBezTo>
                    <a:pt x="10098" y="17829"/>
                    <a:pt x="10293" y="17927"/>
                    <a:pt x="10440" y="18098"/>
                  </a:cubicBezTo>
                  <a:cubicBezTo>
                    <a:pt x="10879" y="18561"/>
                    <a:pt x="11122" y="19146"/>
                    <a:pt x="11147" y="19781"/>
                  </a:cubicBezTo>
                  <a:cubicBezTo>
                    <a:pt x="11976" y="19927"/>
                    <a:pt x="12830" y="19927"/>
                    <a:pt x="13683" y="19781"/>
                  </a:cubicBezTo>
                  <a:cubicBezTo>
                    <a:pt x="13708" y="19146"/>
                    <a:pt x="13952" y="18561"/>
                    <a:pt x="14366" y="18098"/>
                  </a:cubicBezTo>
                  <a:cubicBezTo>
                    <a:pt x="14537" y="17927"/>
                    <a:pt x="14732" y="17829"/>
                    <a:pt x="14927" y="17756"/>
                  </a:cubicBezTo>
                  <a:cubicBezTo>
                    <a:pt x="15122" y="17707"/>
                    <a:pt x="15317" y="17707"/>
                    <a:pt x="15513" y="17756"/>
                  </a:cubicBezTo>
                  <a:cubicBezTo>
                    <a:pt x="15757" y="17829"/>
                    <a:pt x="15952" y="18024"/>
                    <a:pt x="16025" y="18293"/>
                  </a:cubicBezTo>
                  <a:cubicBezTo>
                    <a:pt x="16049" y="18366"/>
                    <a:pt x="16049" y="18439"/>
                    <a:pt x="16049" y="18537"/>
                  </a:cubicBezTo>
                  <a:cubicBezTo>
                    <a:pt x="16049" y="18878"/>
                    <a:pt x="15878" y="19171"/>
                    <a:pt x="15610" y="19390"/>
                  </a:cubicBezTo>
                  <a:cubicBezTo>
                    <a:pt x="15244" y="19659"/>
                    <a:pt x="14854" y="19878"/>
                    <a:pt x="14439" y="20000"/>
                  </a:cubicBezTo>
                  <a:cubicBezTo>
                    <a:pt x="14318" y="20024"/>
                    <a:pt x="14196" y="20073"/>
                    <a:pt x="14049" y="20098"/>
                  </a:cubicBezTo>
                  <a:lnTo>
                    <a:pt x="14049" y="20342"/>
                  </a:lnTo>
                  <a:lnTo>
                    <a:pt x="14049" y="26244"/>
                  </a:lnTo>
                  <a:lnTo>
                    <a:pt x="16561" y="26244"/>
                  </a:lnTo>
                  <a:lnTo>
                    <a:pt x="16659" y="26244"/>
                  </a:lnTo>
                  <a:cubicBezTo>
                    <a:pt x="17342" y="26073"/>
                    <a:pt x="17366" y="25415"/>
                    <a:pt x="17415" y="24488"/>
                  </a:cubicBezTo>
                  <a:cubicBezTo>
                    <a:pt x="17439" y="23976"/>
                    <a:pt x="17464" y="23463"/>
                    <a:pt x="17537" y="22976"/>
                  </a:cubicBezTo>
                  <a:cubicBezTo>
                    <a:pt x="17781" y="21561"/>
                    <a:pt x="19293" y="19024"/>
                    <a:pt x="20025" y="17854"/>
                  </a:cubicBezTo>
                  <a:lnTo>
                    <a:pt x="20025" y="17829"/>
                  </a:lnTo>
                  <a:lnTo>
                    <a:pt x="20025" y="17829"/>
                  </a:lnTo>
                  <a:cubicBezTo>
                    <a:pt x="20220" y="17512"/>
                    <a:pt x="20366" y="17293"/>
                    <a:pt x="20391" y="17220"/>
                  </a:cubicBezTo>
                  <a:cubicBezTo>
                    <a:pt x="20756" y="16610"/>
                    <a:pt x="21049" y="15976"/>
                    <a:pt x="21244" y="15293"/>
                  </a:cubicBezTo>
                  <a:cubicBezTo>
                    <a:pt x="23147" y="9342"/>
                    <a:pt x="18683" y="3244"/>
                    <a:pt x="12415" y="3244"/>
                  </a:cubicBezTo>
                  <a:cubicBezTo>
                    <a:pt x="6147" y="3244"/>
                    <a:pt x="1684" y="9342"/>
                    <a:pt x="3562" y="15293"/>
                  </a:cubicBezTo>
                  <a:cubicBezTo>
                    <a:pt x="3781" y="15976"/>
                    <a:pt x="4074" y="16610"/>
                    <a:pt x="4415" y="17220"/>
                  </a:cubicBezTo>
                  <a:cubicBezTo>
                    <a:pt x="4440" y="17268"/>
                    <a:pt x="4586" y="17488"/>
                    <a:pt x="4806" y="17829"/>
                  </a:cubicBezTo>
                  <a:lnTo>
                    <a:pt x="4806" y="17829"/>
                  </a:lnTo>
                  <a:lnTo>
                    <a:pt x="4806" y="17854"/>
                  </a:lnTo>
                  <a:cubicBezTo>
                    <a:pt x="5537" y="19024"/>
                    <a:pt x="7049" y="21561"/>
                    <a:pt x="7269" y="22976"/>
                  </a:cubicBezTo>
                  <a:cubicBezTo>
                    <a:pt x="7342" y="23463"/>
                    <a:pt x="7391" y="23976"/>
                    <a:pt x="7391" y="24488"/>
                  </a:cubicBezTo>
                  <a:cubicBezTo>
                    <a:pt x="7440" y="25415"/>
                    <a:pt x="7464" y="26073"/>
                    <a:pt x="8147" y="26244"/>
                  </a:cubicBezTo>
                  <a:lnTo>
                    <a:pt x="8269" y="26244"/>
                  </a:lnTo>
                  <a:close/>
                  <a:moveTo>
                    <a:pt x="23415" y="12390"/>
                  </a:moveTo>
                  <a:cubicBezTo>
                    <a:pt x="23317" y="12390"/>
                    <a:pt x="23220" y="12293"/>
                    <a:pt x="23220" y="12195"/>
                  </a:cubicBezTo>
                  <a:cubicBezTo>
                    <a:pt x="23220" y="12073"/>
                    <a:pt x="23317" y="11976"/>
                    <a:pt x="23415" y="12000"/>
                  </a:cubicBezTo>
                  <a:lnTo>
                    <a:pt x="24439" y="12000"/>
                  </a:lnTo>
                  <a:cubicBezTo>
                    <a:pt x="24561" y="11976"/>
                    <a:pt x="24634" y="12073"/>
                    <a:pt x="24634" y="12195"/>
                  </a:cubicBezTo>
                  <a:cubicBezTo>
                    <a:pt x="24634" y="12293"/>
                    <a:pt x="24561" y="12390"/>
                    <a:pt x="24439" y="12390"/>
                  </a:cubicBezTo>
                  <a:close/>
                  <a:moveTo>
                    <a:pt x="22000" y="6854"/>
                  </a:moveTo>
                  <a:cubicBezTo>
                    <a:pt x="21756" y="7000"/>
                    <a:pt x="21561" y="6659"/>
                    <a:pt x="21805" y="6513"/>
                  </a:cubicBezTo>
                  <a:lnTo>
                    <a:pt x="22683" y="6000"/>
                  </a:lnTo>
                  <a:cubicBezTo>
                    <a:pt x="22903" y="5878"/>
                    <a:pt x="23098" y="6220"/>
                    <a:pt x="22878" y="6366"/>
                  </a:cubicBezTo>
                  <a:close/>
                  <a:moveTo>
                    <a:pt x="18000" y="2781"/>
                  </a:moveTo>
                  <a:cubicBezTo>
                    <a:pt x="17854" y="3025"/>
                    <a:pt x="17513" y="2830"/>
                    <a:pt x="17659" y="2586"/>
                  </a:cubicBezTo>
                  <a:lnTo>
                    <a:pt x="18147" y="1708"/>
                  </a:lnTo>
                  <a:cubicBezTo>
                    <a:pt x="18293" y="1488"/>
                    <a:pt x="18635" y="1683"/>
                    <a:pt x="18513" y="1927"/>
                  </a:cubicBezTo>
                  <a:close/>
                  <a:moveTo>
                    <a:pt x="1367" y="12195"/>
                  </a:moveTo>
                  <a:cubicBezTo>
                    <a:pt x="1489" y="12195"/>
                    <a:pt x="1586" y="12293"/>
                    <a:pt x="1586" y="12415"/>
                  </a:cubicBezTo>
                  <a:cubicBezTo>
                    <a:pt x="1586" y="12512"/>
                    <a:pt x="1489" y="12610"/>
                    <a:pt x="1367" y="12610"/>
                  </a:cubicBezTo>
                  <a:lnTo>
                    <a:pt x="367" y="12610"/>
                  </a:lnTo>
                  <a:cubicBezTo>
                    <a:pt x="245" y="12610"/>
                    <a:pt x="171" y="12512"/>
                    <a:pt x="171" y="12415"/>
                  </a:cubicBezTo>
                  <a:cubicBezTo>
                    <a:pt x="171" y="12293"/>
                    <a:pt x="245" y="12195"/>
                    <a:pt x="367" y="12195"/>
                  </a:cubicBezTo>
                  <a:close/>
                  <a:moveTo>
                    <a:pt x="2903" y="6708"/>
                  </a:moveTo>
                  <a:cubicBezTo>
                    <a:pt x="3001" y="6781"/>
                    <a:pt x="3025" y="6903"/>
                    <a:pt x="2976" y="6976"/>
                  </a:cubicBezTo>
                  <a:cubicBezTo>
                    <a:pt x="2928" y="7074"/>
                    <a:pt x="2806" y="7122"/>
                    <a:pt x="2708" y="7074"/>
                  </a:cubicBezTo>
                  <a:lnTo>
                    <a:pt x="1830" y="6561"/>
                  </a:lnTo>
                  <a:cubicBezTo>
                    <a:pt x="1732" y="6488"/>
                    <a:pt x="1684" y="6366"/>
                    <a:pt x="1757" y="6293"/>
                  </a:cubicBezTo>
                  <a:cubicBezTo>
                    <a:pt x="1806" y="6195"/>
                    <a:pt x="1928" y="6147"/>
                    <a:pt x="2025" y="6220"/>
                  </a:cubicBezTo>
                  <a:close/>
                  <a:moveTo>
                    <a:pt x="6976" y="2708"/>
                  </a:moveTo>
                  <a:cubicBezTo>
                    <a:pt x="7098" y="2952"/>
                    <a:pt x="6757" y="3147"/>
                    <a:pt x="6635" y="2927"/>
                  </a:cubicBezTo>
                  <a:lnTo>
                    <a:pt x="6123" y="2025"/>
                  </a:lnTo>
                  <a:cubicBezTo>
                    <a:pt x="5976" y="1805"/>
                    <a:pt x="6318" y="1610"/>
                    <a:pt x="6464" y="1830"/>
                  </a:cubicBezTo>
                  <a:close/>
                  <a:moveTo>
                    <a:pt x="12488" y="1293"/>
                  </a:moveTo>
                  <a:cubicBezTo>
                    <a:pt x="12488" y="1537"/>
                    <a:pt x="12098" y="1537"/>
                    <a:pt x="12098" y="1293"/>
                  </a:cubicBezTo>
                  <a:lnTo>
                    <a:pt x="12098" y="269"/>
                  </a:lnTo>
                  <a:cubicBezTo>
                    <a:pt x="12098" y="1"/>
                    <a:pt x="12488" y="1"/>
                    <a:pt x="12488" y="269"/>
                  </a:cubicBezTo>
                  <a:close/>
                  <a:moveTo>
                    <a:pt x="4464" y="18073"/>
                  </a:moveTo>
                  <a:lnTo>
                    <a:pt x="4464" y="18073"/>
                  </a:lnTo>
                  <a:cubicBezTo>
                    <a:pt x="1" y="11659"/>
                    <a:pt x="4610" y="2878"/>
                    <a:pt x="12415" y="2878"/>
                  </a:cubicBezTo>
                  <a:cubicBezTo>
                    <a:pt x="20220" y="2878"/>
                    <a:pt x="24805" y="11659"/>
                    <a:pt x="20342" y="18073"/>
                  </a:cubicBezTo>
                  <a:lnTo>
                    <a:pt x="20342" y="18073"/>
                  </a:lnTo>
                  <a:cubicBezTo>
                    <a:pt x="19634" y="19220"/>
                    <a:pt x="18147" y="21683"/>
                    <a:pt x="17927" y="23024"/>
                  </a:cubicBezTo>
                  <a:cubicBezTo>
                    <a:pt x="17854" y="23512"/>
                    <a:pt x="17830" y="24000"/>
                    <a:pt x="17805" y="24512"/>
                  </a:cubicBezTo>
                  <a:cubicBezTo>
                    <a:pt x="17781" y="25415"/>
                    <a:pt x="17732" y="26097"/>
                    <a:pt x="17171" y="26463"/>
                  </a:cubicBezTo>
                  <a:lnTo>
                    <a:pt x="17269" y="26536"/>
                  </a:lnTo>
                  <a:cubicBezTo>
                    <a:pt x="17830" y="27097"/>
                    <a:pt x="17537" y="28049"/>
                    <a:pt x="16756" y="28244"/>
                  </a:cubicBezTo>
                  <a:cubicBezTo>
                    <a:pt x="16903" y="28415"/>
                    <a:pt x="17000" y="28634"/>
                    <a:pt x="17000" y="28878"/>
                  </a:cubicBezTo>
                  <a:cubicBezTo>
                    <a:pt x="17000" y="29414"/>
                    <a:pt x="16537" y="29878"/>
                    <a:pt x="15976" y="29878"/>
                  </a:cubicBezTo>
                  <a:lnTo>
                    <a:pt x="15830" y="29878"/>
                  </a:lnTo>
                  <a:cubicBezTo>
                    <a:pt x="15976" y="30049"/>
                    <a:pt x="16049" y="30268"/>
                    <a:pt x="16049" y="30488"/>
                  </a:cubicBezTo>
                  <a:cubicBezTo>
                    <a:pt x="16049" y="31049"/>
                    <a:pt x="15586" y="31488"/>
                    <a:pt x="15049" y="31512"/>
                  </a:cubicBezTo>
                  <a:lnTo>
                    <a:pt x="14537" y="31512"/>
                  </a:lnTo>
                  <a:cubicBezTo>
                    <a:pt x="14488" y="31927"/>
                    <a:pt x="14269" y="32317"/>
                    <a:pt x="13927" y="32610"/>
                  </a:cubicBezTo>
                  <a:cubicBezTo>
                    <a:pt x="13025" y="33292"/>
                    <a:pt x="11781" y="33292"/>
                    <a:pt x="10903" y="32610"/>
                  </a:cubicBezTo>
                  <a:cubicBezTo>
                    <a:pt x="10562" y="32317"/>
                    <a:pt x="10342" y="31927"/>
                    <a:pt x="10269" y="31512"/>
                  </a:cubicBezTo>
                  <a:lnTo>
                    <a:pt x="9781" y="31512"/>
                  </a:lnTo>
                  <a:cubicBezTo>
                    <a:pt x="8952" y="31512"/>
                    <a:pt x="8464" y="30536"/>
                    <a:pt x="8976" y="29878"/>
                  </a:cubicBezTo>
                  <a:lnTo>
                    <a:pt x="8830" y="29878"/>
                  </a:lnTo>
                  <a:cubicBezTo>
                    <a:pt x="7976" y="29878"/>
                    <a:pt x="7513" y="28902"/>
                    <a:pt x="8049" y="28244"/>
                  </a:cubicBezTo>
                  <a:cubicBezTo>
                    <a:pt x="7854" y="28195"/>
                    <a:pt x="7684" y="28097"/>
                    <a:pt x="7562" y="27951"/>
                  </a:cubicBezTo>
                  <a:cubicBezTo>
                    <a:pt x="7171" y="27561"/>
                    <a:pt x="7171" y="26927"/>
                    <a:pt x="7562" y="26536"/>
                  </a:cubicBezTo>
                  <a:lnTo>
                    <a:pt x="7635" y="26463"/>
                  </a:lnTo>
                  <a:cubicBezTo>
                    <a:pt x="7074" y="26122"/>
                    <a:pt x="7049" y="25439"/>
                    <a:pt x="7001" y="24512"/>
                  </a:cubicBezTo>
                  <a:cubicBezTo>
                    <a:pt x="7001" y="24000"/>
                    <a:pt x="6952" y="23512"/>
                    <a:pt x="6879" y="23024"/>
                  </a:cubicBezTo>
                  <a:cubicBezTo>
                    <a:pt x="6659" y="21659"/>
                    <a:pt x="5196" y="19195"/>
                    <a:pt x="4464" y="18049"/>
                  </a:cubicBezTo>
                  <a:close/>
                  <a:moveTo>
                    <a:pt x="14147" y="31512"/>
                  </a:moveTo>
                  <a:lnTo>
                    <a:pt x="10659" y="31512"/>
                  </a:lnTo>
                  <a:cubicBezTo>
                    <a:pt x="10732" y="31829"/>
                    <a:pt x="10903" y="32122"/>
                    <a:pt x="11147" y="32317"/>
                  </a:cubicBezTo>
                  <a:cubicBezTo>
                    <a:pt x="11879" y="32878"/>
                    <a:pt x="12927" y="32878"/>
                    <a:pt x="13659" y="32317"/>
                  </a:cubicBezTo>
                  <a:cubicBezTo>
                    <a:pt x="13903" y="32122"/>
                    <a:pt x="14098" y="31829"/>
                    <a:pt x="14147" y="31512"/>
                  </a:cubicBezTo>
                  <a:close/>
                  <a:moveTo>
                    <a:pt x="15049" y="29902"/>
                  </a:moveTo>
                  <a:lnTo>
                    <a:pt x="9781" y="29902"/>
                  </a:lnTo>
                  <a:cubicBezTo>
                    <a:pt x="8952" y="29902"/>
                    <a:pt x="8952" y="31122"/>
                    <a:pt x="9781" y="31122"/>
                  </a:cubicBezTo>
                  <a:lnTo>
                    <a:pt x="15025" y="31122"/>
                  </a:lnTo>
                  <a:cubicBezTo>
                    <a:pt x="15196" y="31122"/>
                    <a:pt x="15342" y="31049"/>
                    <a:pt x="15464" y="30927"/>
                  </a:cubicBezTo>
                  <a:cubicBezTo>
                    <a:pt x="15586" y="30829"/>
                    <a:pt x="15635" y="30658"/>
                    <a:pt x="15635" y="30512"/>
                  </a:cubicBezTo>
                  <a:cubicBezTo>
                    <a:pt x="15635" y="30171"/>
                    <a:pt x="15366" y="29902"/>
                    <a:pt x="15025" y="29902"/>
                  </a:cubicBezTo>
                  <a:close/>
                  <a:moveTo>
                    <a:pt x="15976" y="28268"/>
                  </a:moveTo>
                  <a:lnTo>
                    <a:pt x="8830" y="28268"/>
                  </a:lnTo>
                  <a:cubicBezTo>
                    <a:pt x="8488" y="28268"/>
                    <a:pt x="8220" y="28536"/>
                    <a:pt x="8220" y="28878"/>
                  </a:cubicBezTo>
                  <a:cubicBezTo>
                    <a:pt x="8220" y="29219"/>
                    <a:pt x="8488" y="29488"/>
                    <a:pt x="8830" y="29488"/>
                  </a:cubicBezTo>
                  <a:lnTo>
                    <a:pt x="15976" y="29488"/>
                  </a:lnTo>
                  <a:cubicBezTo>
                    <a:pt x="16317" y="29488"/>
                    <a:pt x="16586" y="29219"/>
                    <a:pt x="16586" y="28878"/>
                  </a:cubicBezTo>
                  <a:cubicBezTo>
                    <a:pt x="16586" y="28536"/>
                    <a:pt x="16317" y="28268"/>
                    <a:pt x="15976" y="28268"/>
                  </a:cubicBezTo>
                  <a:close/>
                  <a:moveTo>
                    <a:pt x="13659" y="26244"/>
                  </a:moveTo>
                  <a:lnTo>
                    <a:pt x="11171" y="26244"/>
                  </a:lnTo>
                  <a:lnTo>
                    <a:pt x="11171" y="20342"/>
                  </a:lnTo>
                  <a:lnTo>
                    <a:pt x="11171" y="20171"/>
                  </a:lnTo>
                  <a:cubicBezTo>
                    <a:pt x="12000" y="20317"/>
                    <a:pt x="12830" y="20317"/>
                    <a:pt x="13659" y="20171"/>
                  </a:cubicBezTo>
                  <a:lnTo>
                    <a:pt x="13659" y="20342"/>
                  </a:lnTo>
                  <a:lnTo>
                    <a:pt x="13659" y="26244"/>
                  </a:lnTo>
                  <a:close/>
                  <a:moveTo>
                    <a:pt x="16561" y="26658"/>
                  </a:moveTo>
                  <a:lnTo>
                    <a:pt x="8269" y="26658"/>
                  </a:lnTo>
                  <a:cubicBezTo>
                    <a:pt x="8098" y="26658"/>
                    <a:pt x="7952" y="26707"/>
                    <a:pt x="7830" y="26829"/>
                  </a:cubicBezTo>
                  <a:cubicBezTo>
                    <a:pt x="7708" y="26951"/>
                    <a:pt x="7659" y="27097"/>
                    <a:pt x="7659" y="27268"/>
                  </a:cubicBezTo>
                  <a:cubicBezTo>
                    <a:pt x="7659" y="27415"/>
                    <a:pt x="7708" y="27585"/>
                    <a:pt x="7830" y="27707"/>
                  </a:cubicBezTo>
                  <a:cubicBezTo>
                    <a:pt x="7952" y="27805"/>
                    <a:pt x="8098" y="27878"/>
                    <a:pt x="8269" y="27878"/>
                  </a:cubicBezTo>
                  <a:lnTo>
                    <a:pt x="16537" y="27878"/>
                  </a:lnTo>
                  <a:cubicBezTo>
                    <a:pt x="16708" y="27878"/>
                    <a:pt x="16854" y="27805"/>
                    <a:pt x="16976" y="27707"/>
                  </a:cubicBezTo>
                  <a:cubicBezTo>
                    <a:pt x="17074" y="27585"/>
                    <a:pt x="17147" y="27415"/>
                    <a:pt x="17147" y="27268"/>
                  </a:cubicBezTo>
                  <a:cubicBezTo>
                    <a:pt x="17147" y="27097"/>
                    <a:pt x="17074" y="26951"/>
                    <a:pt x="16976" y="26829"/>
                  </a:cubicBezTo>
                  <a:cubicBezTo>
                    <a:pt x="16854" y="26707"/>
                    <a:pt x="16708" y="26658"/>
                    <a:pt x="16537" y="26658"/>
                  </a:cubicBezTo>
                  <a:close/>
                  <a:moveTo>
                    <a:pt x="14659" y="18390"/>
                  </a:moveTo>
                  <a:cubicBezTo>
                    <a:pt x="14757" y="18268"/>
                    <a:pt x="14903" y="18195"/>
                    <a:pt x="15049" y="18146"/>
                  </a:cubicBezTo>
                  <a:cubicBezTo>
                    <a:pt x="15147" y="18122"/>
                    <a:pt x="15269" y="18122"/>
                    <a:pt x="15391" y="18146"/>
                  </a:cubicBezTo>
                  <a:cubicBezTo>
                    <a:pt x="15513" y="18195"/>
                    <a:pt x="15610" y="18293"/>
                    <a:pt x="15635" y="18415"/>
                  </a:cubicBezTo>
                  <a:cubicBezTo>
                    <a:pt x="15659" y="18464"/>
                    <a:pt x="15659" y="18512"/>
                    <a:pt x="15659" y="18537"/>
                  </a:cubicBezTo>
                  <a:cubicBezTo>
                    <a:pt x="15635" y="18756"/>
                    <a:pt x="15537" y="18976"/>
                    <a:pt x="15342" y="19098"/>
                  </a:cubicBezTo>
                  <a:cubicBezTo>
                    <a:pt x="15049" y="19342"/>
                    <a:pt x="14708" y="19512"/>
                    <a:pt x="14318" y="19634"/>
                  </a:cubicBezTo>
                  <a:lnTo>
                    <a:pt x="14098" y="19683"/>
                  </a:lnTo>
                  <a:cubicBezTo>
                    <a:pt x="14122" y="19195"/>
                    <a:pt x="14318" y="18756"/>
                    <a:pt x="14659" y="18390"/>
                  </a:cubicBezTo>
                  <a:close/>
                  <a:moveTo>
                    <a:pt x="10732" y="19683"/>
                  </a:moveTo>
                  <a:lnTo>
                    <a:pt x="10488" y="19634"/>
                  </a:lnTo>
                  <a:cubicBezTo>
                    <a:pt x="10122" y="19512"/>
                    <a:pt x="9781" y="19342"/>
                    <a:pt x="9464" y="19098"/>
                  </a:cubicBezTo>
                  <a:cubicBezTo>
                    <a:pt x="9293" y="18976"/>
                    <a:pt x="9196" y="18756"/>
                    <a:pt x="9171" y="18561"/>
                  </a:cubicBezTo>
                  <a:cubicBezTo>
                    <a:pt x="9171" y="18512"/>
                    <a:pt x="9171" y="18464"/>
                    <a:pt x="9196" y="18415"/>
                  </a:cubicBezTo>
                  <a:cubicBezTo>
                    <a:pt x="9220" y="18293"/>
                    <a:pt x="9318" y="18195"/>
                    <a:pt x="9440" y="18171"/>
                  </a:cubicBezTo>
                  <a:cubicBezTo>
                    <a:pt x="9562" y="18122"/>
                    <a:pt x="9683" y="18122"/>
                    <a:pt x="9781" y="18171"/>
                  </a:cubicBezTo>
                  <a:cubicBezTo>
                    <a:pt x="9927" y="18195"/>
                    <a:pt x="10074" y="18293"/>
                    <a:pt x="10196" y="18390"/>
                  </a:cubicBezTo>
                  <a:cubicBezTo>
                    <a:pt x="10513" y="18756"/>
                    <a:pt x="10683" y="19195"/>
                    <a:pt x="10732" y="196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01;p53">
              <a:extLst>
                <a:ext uri="{FF2B5EF4-FFF2-40B4-BE49-F238E27FC236}">
                  <a16:creationId xmlns:a16="http://schemas.microsoft.com/office/drawing/2014/main" id="{652615EF-024F-1FEA-DAA0-48AABA0CFAB7}"/>
                </a:ext>
              </a:extLst>
            </p:cNvPr>
            <p:cNvSpPr/>
            <p:nvPr/>
          </p:nvSpPr>
          <p:spPr>
            <a:xfrm>
              <a:off x="7413734" y="1710211"/>
              <a:ext cx="877180" cy="1049184"/>
            </a:xfrm>
            <a:custGeom>
              <a:avLst/>
              <a:gdLst/>
              <a:ahLst/>
              <a:cxnLst/>
              <a:rect l="l" t="t" r="r" b="b"/>
              <a:pathLst>
                <a:path w="19830" h="23756" extrusionOk="0">
                  <a:moveTo>
                    <a:pt x="8878" y="17195"/>
                  </a:moveTo>
                  <a:cubicBezTo>
                    <a:pt x="8829" y="16707"/>
                    <a:pt x="8634" y="16244"/>
                    <a:pt x="8317" y="15902"/>
                  </a:cubicBezTo>
                  <a:cubicBezTo>
                    <a:pt x="8195" y="15780"/>
                    <a:pt x="8073" y="15707"/>
                    <a:pt x="7927" y="15658"/>
                  </a:cubicBezTo>
                  <a:cubicBezTo>
                    <a:pt x="7805" y="15634"/>
                    <a:pt x="7683" y="15634"/>
                    <a:pt x="7586" y="15658"/>
                  </a:cubicBezTo>
                  <a:cubicBezTo>
                    <a:pt x="7464" y="15707"/>
                    <a:pt x="7366" y="15805"/>
                    <a:pt x="7317" y="15927"/>
                  </a:cubicBezTo>
                  <a:cubicBezTo>
                    <a:pt x="7293" y="15951"/>
                    <a:pt x="7293" y="16000"/>
                    <a:pt x="7293" y="16049"/>
                  </a:cubicBezTo>
                  <a:cubicBezTo>
                    <a:pt x="7317" y="16268"/>
                    <a:pt x="7415" y="16463"/>
                    <a:pt x="7610" y="16610"/>
                  </a:cubicBezTo>
                  <a:cubicBezTo>
                    <a:pt x="7903" y="16854"/>
                    <a:pt x="8268" y="17024"/>
                    <a:pt x="8634" y="17146"/>
                  </a:cubicBezTo>
                  <a:lnTo>
                    <a:pt x="8878" y="17195"/>
                  </a:lnTo>
                  <a:close/>
                  <a:moveTo>
                    <a:pt x="11781" y="17683"/>
                  </a:moveTo>
                  <a:cubicBezTo>
                    <a:pt x="10976" y="17829"/>
                    <a:pt x="10122" y="17829"/>
                    <a:pt x="9317" y="17683"/>
                  </a:cubicBezTo>
                  <a:lnTo>
                    <a:pt x="9317" y="17854"/>
                  </a:lnTo>
                  <a:lnTo>
                    <a:pt x="9317" y="23756"/>
                  </a:lnTo>
                  <a:lnTo>
                    <a:pt x="11781" y="23756"/>
                  </a:lnTo>
                  <a:lnTo>
                    <a:pt x="11781" y="17854"/>
                  </a:lnTo>
                  <a:lnTo>
                    <a:pt x="11781" y="17683"/>
                  </a:lnTo>
                  <a:close/>
                  <a:moveTo>
                    <a:pt x="19805" y="10049"/>
                  </a:moveTo>
                  <a:cubicBezTo>
                    <a:pt x="19829" y="11000"/>
                    <a:pt x="19683" y="11927"/>
                    <a:pt x="19390" y="12829"/>
                  </a:cubicBezTo>
                  <a:cubicBezTo>
                    <a:pt x="19195" y="13488"/>
                    <a:pt x="18902" y="14146"/>
                    <a:pt x="18537" y="14756"/>
                  </a:cubicBezTo>
                  <a:cubicBezTo>
                    <a:pt x="18512" y="14780"/>
                    <a:pt x="18366" y="15000"/>
                    <a:pt x="18146" y="15366"/>
                  </a:cubicBezTo>
                  <a:lnTo>
                    <a:pt x="18146" y="15366"/>
                  </a:lnTo>
                  <a:lnTo>
                    <a:pt x="18146" y="15366"/>
                  </a:lnTo>
                  <a:cubicBezTo>
                    <a:pt x="17415" y="16536"/>
                    <a:pt x="15927" y="19073"/>
                    <a:pt x="15683" y="20488"/>
                  </a:cubicBezTo>
                  <a:cubicBezTo>
                    <a:pt x="15610" y="21000"/>
                    <a:pt x="15561" y="21488"/>
                    <a:pt x="15561" y="22000"/>
                  </a:cubicBezTo>
                  <a:cubicBezTo>
                    <a:pt x="15512" y="22951"/>
                    <a:pt x="15488" y="23585"/>
                    <a:pt x="14805" y="23756"/>
                  </a:cubicBezTo>
                  <a:lnTo>
                    <a:pt x="14707" y="23756"/>
                  </a:lnTo>
                  <a:lnTo>
                    <a:pt x="12195" y="23756"/>
                  </a:lnTo>
                  <a:lnTo>
                    <a:pt x="12195" y="17854"/>
                  </a:lnTo>
                  <a:lnTo>
                    <a:pt x="12195" y="17610"/>
                  </a:lnTo>
                  <a:cubicBezTo>
                    <a:pt x="12317" y="17585"/>
                    <a:pt x="12464" y="17536"/>
                    <a:pt x="12585" y="17512"/>
                  </a:cubicBezTo>
                  <a:cubicBezTo>
                    <a:pt x="13000" y="17390"/>
                    <a:pt x="13390" y="17171"/>
                    <a:pt x="13732" y="16902"/>
                  </a:cubicBezTo>
                  <a:cubicBezTo>
                    <a:pt x="14000" y="16683"/>
                    <a:pt x="14171" y="16390"/>
                    <a:pt x="14195" y="16049"/>
                  </a:cubicBezTo>
                  <a:cubicBezTo>
                    <a:pt x="14195" y="15951"/>
                    <a:pt x="14195" y="15878"/>
                    <a:pt x="14171" y="15805"/>
                  </a:cubicBezTo>
                  <a:cubicBezTo>
                    <a:pt x="14073" y="15536"/>
                    <a:pt x="13903" y="15341"/>
                    <a:pt x="13659" y="15268"/>
                  </a:cubicBezTo>
                  <a:cubicBezTo>
                    <a:pt x="13463" y="15219"/>
                    <a:pt x="13268" y="15219"/>
                    <a:pt x="13073" y="15268"/>
                  </a:cubicBezTo>
                  <a:cubicBezTo>
                    <a:pt x="12854" y="15341"/>
                    <a:pt x="12659" y="15439"/>
                    <a:pt x="12512" y="15610"/>
                  </a:cubicBezTo>
                  <a:cubicBezTo>
                    <a:pt x="12098" y="16073"/>
                    <a:pt x="11854" y="16658"/>
                    <a:pt x="11805" y="17293"/>
                  </a:cubicBezTo>
                  <a:cubicBezTo>
                    <a:pt x="10976" y="17439"/>
                    <a:pt x="10122" y="17439"/>
                    <a:pt x="9293" y="17293"/>
                  </a:cubicBezTo>
                  <a:cubicBezTo>
                    <a:pt x="9268" y="16658"/>
                    <a:pt x="9025" y="16073"/>
                    <a:pt x="8586" y="15610"/>
                  </a:cubicBezTo>
                  <a:cubicBezTo>
                    <a:pt x="8439" y="15439"/>
                    <a:pt x="8244" y="15341"/>
                    <a:pt x="8025" y="15268"/>
                  </a:cubicBezTo>
                  <a:cubicBezTo>
                    <a:pt x="7829" y="15219"/>
                    <a:pt x="7634" y="15219"/>
                    <a:pt x="7464" y="15268"/>
                  </a:cubicBezTo>
                  <a:cubicBezTo>
                    <a:pt x="7220" y="15341"/>
                    <a:pt x="7025" y="15536"/>
                    <a:pt x="6951" y="15805"/>
                  </a:cubicBezTo>
                  <a:cubicBezTo>
                    <a:pt x="6903" y="15878"/>
                    <a:pt x="6903" y="15951"/>
                    <a:pt x="6903" y="16049"/>
                  </a:cubicBezTo>
                  <a:cubicBezTo>
                    <a:pt x="6927" y="16390"/>
                    <a:pt x="7098" y="16683"/>
                    <a:pt x="7366" y="16902"/>
                  </a:cubicBezTo>
                  <a:cubicBezTo>
                    <a:pt x="7708" y="17171"/>
                    <a:pt x="8098" y="17390"/>
                    <a:pt x="8512" y="17512"/>
                  </a:cubicBezTo>
                  <a:cubicBezTo>
                    <a:pt x="8634" y="17536"/>
                    <a:pt x="8781" y="17585"/>
                    <a:pt x="8903" y="17610"/>
                  </a:cubicBezTo>
                  <a:lnTo>
                    <a:pt x="8903" y="17854"/>
                  </a:lnTo>
                  <a:lnTo>
                    <a:pt x="8903" y="23756"/>
                  </a:lnTo>
                  <a:lnTo>
                    <a:pt x="6415" y="23756"/>
                  </a:lnTo>
                  <a:lnTo>
                    <a:pt x="6293" y="23756"/>
                  </a:lnTo>
                  <a:cubicBezTo>
                    <a:pt x="5610" y="23585"/>
                    <a:pt x="5586" y="22927"/>
                    <a:pt x="5537" y="22000"/>
                  </a:cubicBezTo>
                  <a:cubicBezTo>
                    <a:pt x="5537" y="21488"/>
                    <a:pt x="5488" y="20975"/>
                    <a:pt x="5415" y="20488"/>
                  </a:cubicBezTo>
                  <a:cubicBezTo>
                    <a:pt x="5171" y="19073"/>
                    <a:pt x="3683" y="16536"/>
                    <a:pt x="2952" y="15366"/>
                  </a:cubicBezTo>
                  <a:lnTo>
                    <a:pt x="2952" y="15341"/>
                  </a:lnTo>
                  <a:lnTo>
                    <a:pt x="2952" y="15341"/>
                  </a:lnTo>
                  <a:cubicBezTo>
                    <a:pt x="2732" y="15024"/>
                    <a:pt x="2586" y="14805"/>
                    <a:pt x="2561" y="14732"/>
                  </a:cubicBezTo>
                  <a:cubicBezTo>
                    <a:pt x="2195" y="14122"/>
                    <a:pt x="1927" y="13488"/>
                    <a:pt x="1708" y="12805"/>
                  </a:cubicBezTo>
                  <a:cubicBezTo>
                    <a:pt x="0" y="7390"/>
                    <a:pt x="3537" y="1732"/>
                    <a:pt x="9147" y="878"/>
                  </a:cubicBezTo>
                  <a:cubicBezTo>
                    <a:pt x="14756" y="0"/>
                    <a:pt x="19829" y="4366"/>
                    <a:pt x="19829" y="10049"/>
                  </a:cubicBezTo>
                  <a:close/>
                  <a:moveTo>
                    <a:pt x="12781" y="15902"/>
                  </a:moveTo>
                  <a:cubicBezTo>
                    <a:pt x="12464" y="16244"/>
                    <a:pt x="12268" y="16707"/>
                    <a:pt x="12220" y="17195"/>
                  </a:cubicBezTo>
                  <a:lnTo>
                    <a:pt x="12464" y="17122"/>
                  </a:lnTo>
                  <a:cubicBezTo>
                    <a:pt x="12829" y="17024"/>
                    <a:pt x="13171" y="16829"/>
                    <a:pt x="13488" y="16610"/>
                  </a:cubicBezTo>
                  <a:cubicBezTo>
                    <a:pt x="13659" y="16463"/>
                    <a:pt x="13781" y="16268"/>
                    <a:pt x="13805" y="16049"/>
                  </a:cubicBezTo>
                  <a:cubicBezTo>
                    <a:pt x="13805" y="16000"/>
                    <a:pt x="13781" y="15951"/>
                    <a:pt x="13781" y="15927"/>
                  </a:cubicBezTo>
                  <a:cubicBezTo>
                    <a:pt x="13732" y="15805"/>
                    <a:pt x="13634" y="15707"/>
                    <a:pt x="13512" y="15658"/>
                  </a:cubicBezTo>
                  <a:cubicBezTo>
                    <a:pt x="13415" y="15634"/>
                    <a:pt x="13293" y="15634"/>
                    <a:pt x="13171" y="15658"/>
                  </a:cubicBezTo>
                  <a:cubicBezTo>
                    <a:pt x="13024" y="15707"/>
                    <a:pt x="12903" y="15780"/>
                    <a:pt x="12781" y="1590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02;p53">
              <a:extLst>
                <a:ext uri="{FF2B5EF4-FFF2-40B4-BE49-F238E27FC236}">
                  <a16:creationId xmlns:a16="http://schemas.microsoft.com/office/drawing/2014/main" id="{6E0D4B42-84F8-A702-A7DD-0B015864A8D2}"/>
                </a:ext>
              </a:extLst>
            </p:cNvPr>
            <p:cNvSpPr/>
            <p:nvPr/>
          </p:nvSpPr>
          <p:spPr>
            <a:xfrm>
              <a:off x="7670508" y="2776651"/>
              <a:ext cx="419702" cy="53881"/>
            </a:xfrm>
            <a:custGeom>
              <a:avLst/>
              <a:gdLst/>
              <a:ahLst/>
              <a:cxnLst/>
              <a:rect l="l" t="t" r="r" b="b"/>
              <a:pathLst>
                <a:path w="9488" h="1220" extrusionOk="0">
                  <a:moveTo>
                    <a:pt x="6195" y="0"/>
                  </a:moveTo>
                  <a:lnTo>
                    <a:pt x="610" y="0"/>
                  </a:lnTo>
                  <a:cubicBezTo>
                    <a:pt x="439" y="0"/>
                    <a:pt x="293" y="73"/>
                    <a:pt x="171" y="171"/>
                  </a:cubicBezTo>
                  <a:cubicBezTo>
                    <a:pt x="49" y="293"/>
                    <a:pt x="0" y="463"/>
                    <a:pt x="0" y="610"/>
                  </a:cubicBezTo>
                  <a:cubicBezTo>
                    <a:pt x="0" y="781"/>
                    <a:pt x="49" y="927"/>
                    <a:pt x="171" y="1049"/>
                  </a:cubicBezTo>
                  <a:cubicBezTo>
                    <a:pt x="293" y="1171"/>
                    <a:pt x="439" y="1220"/>
                    <a:pt x="610" y="1220"/>
                  </a:cubicBezTo>
                  <a:lnTo>
                    <a:pt x="8878" y="1220"/>
                  </a:lnTo>
                  <a:cubicBezTo>
                    <a:pt x="9049" y="1220"/>
                    <a:pt x="9195" y="1171"/>
                    <a:pt x="9317" y="1049"/>
                  </a:cubicBezTo>
                  <a:cubicBezTo>
                    <a:pt x="9415" y="927"/>
                    <a:pt x="9488" y="781"/>
                    <a:pt x="9488" y="610"/>
                  </a:cubicBezTo>
                  <a:cubicBezTo>
                    <a:pt x="9488" y="463"/>
                    <a:pt x="9415" y="293"/>
                    <a:pt x="9317" y="171"/>
                  </a:cubicBezTo>
                  <a:cubicBezTo>
                    <a:pt x="9195" y="73"/>
                    <a:pt x="9049" y="0"/>
                    <a:pt x="88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03;p53">
              <a:extLst>
                <a:ext uri="{FF2B5EF4-FFF2-40B4-BE49-F238E27FC236}">
                  <a16:creationId xmlns:a16="http://schemas.microsoft.com/office/drawing/2014/main" id="{299814C0-6254-417F-B4AF-19ECF83EB52F}"/>
                </a:ext>
              </a:extLst>
            </p:cNvPr>
            <p:cNvSpPr/>
            <p:nvPr/>
          </p:nvSpPr>
          <p:spPr>
            <a:xfrm>
              <a:off x="7695323" y="2848818"/>
              <a:ext cx="370070" cy="53881"/>
            </a:xfrm>
            <a:custGeom>
              <a:avLst/>
              <a:gdLst/>
              <a:ahLst/>
              <a:cxnLst/>
              <a:rect l="l" t="t" r="r" b="b"/>
              <a:pathLst>
                <a:path w="8366" h="1220" extrusionOk="0">
                  <a:moveTo>
                    <a:pt x="7756" y="0"/>
                  </a:moveTo>
                  <a:lnTo>
                    <a:pt x="610" y="0"/>
                  </a:lnTo>
                  <a:cubicBezTo>
                    <a:pt x="268" y="0"/>
                    <a:pt x="0" y="268"/>
                    <a:pt x="0" y="610"/>
                  </a:cubicBezTo>
                  <a:cubicBezTo>
                    <a:pt x="0" y="951"/>
                    <a:pt x="268" y="1220"/>
                    <a:pt x="610" y="1220"/>
                  </a:cubicBezTo>
                  <a:lnTo>
                    <a:pt x="7756" y="1220"/>
                  </a:lnTo>
                  <a:cubicBezTo>
                    <a:pt x="8097" y="1220"/>
                    <a:pt x="8366" y="951"/>
                    <a:pt x="8366" y="610"/>
                  </a:cubicBezTo>
                  <a:cubicBezTo>
                    <a:pt x="8366" y="268"/>
                    <a:pt x="8097" y="0"/>
                    <a:pt x="77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04;p53">
              <a:extLst>
                <a:ext uri="{FF2B5EF4-FFF2-40B4-BE49-F238E27FC236}">
                  <a16:creationId xmlns:a16="http://schemas.microsoft.com/office/drawing/2014/main" id="{B02BE2F8-49E7-93D1-B5E8-191C5F8023AF}"/>
                </a:ext>
              </a:extLst>
            </p:cNvPr>
            <p:cNvSpPr/>
            <p:nvPr/>
          </p:nvSpPr>
          <p:spPr>
            <a:xfrm>
              <a:off x="7727657" y="2919882"/>
              <a:ext cx="295667" cy="53925"/>
            </a:xfrm>
            <a:custGeom>
              <a:avLst/>
              <a:gdLst/>
              <a:ahLst/>
              <a:cxnLst/>
              <a:rect l="l" t="t" r="r" b="b"/>
              <a:pathLst>
                <a:path w="6684" h="1221" extrusionOk="0">
                  <a:moveTo>
                    <a:pt x="6074" y="1"/>
                  </a:moveTo>
                  <a:lnTo>
                    <a:pt x="830" y="1"/>
                  </a:lnTo>
                  <a:cubicBezTo>
                    <a:pt x="1" y="1"/>
                    <a:pt x="1" y="1220"/>
                    <a:pt x="830" y="1220"/>
                  </a:cubicBezTo>
                  <a:lnTo>
                    <a:pt x="6074" y="1220"/>
                  </a:lnTo>
                  <a:cubicBezTo>
                    <a:pt x="6245" y="1220"/>
                    <a:pt x="6391" y="1172"/>
                    <a:pt x="6513" y="1050"/>
                  </a:cubicBezTo>
                  <a:cubicBezTo>
                    <a:pt x="6635" y="928"/>
                    <a:pt x="6684" y="781"/>
                    <a:pt x="6684" y="611"/>
                  </a:cubicBezTo>
                  <a:cubicBezTo>
                    <a:pt x="6684" y="269"/>
                    <a:pt x="6415" y="1"/>
                    <a:pt x="60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05;p53">
              <a:extLst>
                <a:ext uri="{FF2B5EF4-FFF2-40B4-BE49-F238E27FC236}">
                  <a16:creationId xmlns:a16="http://schemas.microsoft.com/office/drawing/2014/main" id="{14D64AB1-A28E-9E4C-2DEB-AD067F7A4641}"/>
                </a:ext>
              </a:extLst>
            </p:cNvPr>
            <p:cNvSpPr/>
            <p:nvPr/>
          </p:nvSpPr>
          <p:spPr>
            <a:xfrm>
              <a:off x="7803208" y="2992050"/>
              <a:ext cx="154292" cy="60374"/>
            </a:xfrm>
            <a:custGeom>
              <a:avLst/>
              <a:gdLst/>
              <a:ahLst/>
              <a:cxnLst/>
              <a:rect l="l" t="t" r="r" b="b"/>
              <a:pathLst>
                <a:path w="3488" h="1367" extrusionOk="0">
                  <a:moveTo>
                    <a:pt x="3488" y="1"/>
                  </a:moveTo>
                  <a:lnTo>
                    <a:pt x="0" y="1"/>
                  </a:lnTo>
                  <a:cubicBezTo>
                    <a:pt x="73" y="318"/>
                    <a:pt x="244" y="611"/>
                    <a:pt x="488" y="806"/>
                  </a:cubicBezTo>
                  <a:cubicBezTo>
                    <a:pt x="1220" y="1367"/>
                    <a:pt x="2268" y="1367"/>
                    <a:pt x="3000" y="806"/>
                  </a:cubicBezTo>
                  <a:cubicBezTo>
                    <a:pt x="3244" y="611"/>
                    <a:pt x="3439" y="318"/>
                    <a:pt x="3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06;p53">
              <a:extLst>
                <a:ext uri="{FF2B5EF4-FFF2-40B4-BE49-F238E27FC236}">
                  <a16:creationId xmlns:a16="http://schemas.microsoft.com/office/drawing/2014/main" id="{047B208B-A1FF-AB27-4223-5F8BB3CEA7E3}"/>
                </a:ext>
              </a:extLst>
            </p:cNvPr>
            <p:cNvSpPr/>
            <p:nvPr/>
          </p:nvSpPr>
          <p:spPr>
            <a:xfrm>
              <a:off x="7670508" y="1747885"/>
              <a:ext cx="676486" cy="1012615"/>
            </a:xfrm>
            <a:custGeom>
              <a:avLst/>
              <a:gdLst/>
              <a:ahLst/>
              <a:cxnLst/>
              <a:rect l="l" t="t" r="r" b="b"/>
              <a:pathLst>
                <a:path w="15293" h="22928" extrusionOk="0">
                  <a:moveTo>
                    <a:pt x="8268" y="20830"/>
                  </a:moveTo>
                  <a:cubicBezTo>
                    <a:pt x="8219" y="21781"/>
                    <a:pt x="8195" y="22415"/>
                    <a:pt x="7512" y="22586"/>
                  </a:cubicBezTo>
                  <a:lnTo>
                    <a:pt x="7415" y="22586"/>
                  </a:lnTo>
                  <a:lnTo>
                    <a:pt x="6390" y="22586"/>
                  </a:lnTo>
                  <a:lnTo>
                    <a:pt x="6390" y="22903"/>
                  </a:lnTo>
                  <a:lnTo>
                    <a:pt x="8878" y="22903"/>
                  </a:lnTo>
                  <a:lnTo>
                    <a:pt x="9000" y="22903"/>
                  </a:lnTo>
                  <a:cubicBezTo>
                    <a:pt x="9683" y="22708"/>
                    <a:pt x="9707" y="22074"/>
                    <a:pt x="9732" y="21147"/>
                  </a:cubicBezTo>
                  <a:cubicBezTo>
                    <a:pt x="9756" y="20635"/>
                    <a:pt x="9805" y="20122"/>
                    <a:pt x="9878" y="19610"/>
                  </a:cubicBezTo>
                  <a:cubicBezTo>
                    <a:pt x="10097" y="18196"/>
                    <a:pt x="11610" y="15683"/>
                    <a:pt x="12341" y="14513"/>
                  </a:cubicBezTo>
                  <a:lnTo>
                    <a:pt x="12341" y="14488"/>
                  </a:lnTo>
                  <a:lnTo>
                    <a:pt x="12341" y="14488"/>
                  </a:lnTo>
                  <a:cubicBezTo>
                    <a:pt x="12561" y="14147"/>
                    <a:pt x="12707" y="13927"/>
                    <a:pt x="12732" y="13879"/>
                  </a:cubicBezTo>
                  <a:cubicBezTo>
                    <a:pt x="13073" y="13269"/>
                    <a:pt x="13366" y="12635"/>
                    <a:pt x="13585" y="11952"/>
                  </a:cubicBezTo>
                  <a:cubicBezTo>
                    <a:pt x="15292" y="6464"/>
                    <a:pt x="11658" y="733"/>
                    <a:pt x="5927" y="1"/>
                  </a:cubicBezTo>
                  <a:cubicBezTo>
                    <a:pt x="10878" y="1489"/>
                    <a:pt x="13634" y="6732"/>
                    <a:pt x="12097" y="11635"/>
                  </a:cubicBezTo>
                  <a:cubicBezTo>
                    <a:pt x="11902" y="12318"/>
                    <a:pt x="11610" y="12952"/>
                    <a:pt x="11244" y="13562"/>
                  </a:cubicBezTo>
                  <a:cubicBezTo>
                    <a:pt x="11219" y="13610"/>
                    <a:pt x="11073" y="13830"/>
                    <a:pt x="10854" y="14147"/>
                  </a:cubicBezTo>
                  <a:lnTo>
                    <a:pt x="10854" y="14147"/>
                  </a:lnTo>
                  <a:lnTo>
                    <a:pt x="10854" y="14147"/>
                  </a:lnTo>
                  <a:cubicBezTo>
                    <a:pt x="10122" y="15318"/>
                    <a:pt x="8634" y="17854"/>
                    <a:pt x="8390" y="19269"/>
                  </a:cubicBezTo>
                  <a:cubicBezTo>
                    <a:pt x="8317" y="19781"/>
                    <a:pt x="8268" y="20269"/>
                    <a:pt x="8268" y="20781"/>
                  </a:cubicBezTo>
                  <a:close/>
                  <a:moveTo>
                    <a:pt x="3098" y="22903"/>
                  </a:moveTo>
                  <a:lnTo>
                    <a:pt x="3098" y="22586"/>
                  </a:lnTo>
                  <a:lnTo>
                    <a:pt x="0" y="22586"/>
                  </a:lnTo>
                  <a:cubicBezTo>
                    <a:pt x="122" y="22756"/>
                    <a:pt x="293" y="22878"/>
                    <a:pt x="488" y="22927"/>
                  </a:cubicBezTo>
                  <a:lnTo>
                    <a:pt x="610" y="22927"/>
                  </a:lnTo>
                  <a:close/>
                  <a:moveTo>
                    <a:pt x="5976" y="22903"/>
                  </a:moveTo>
                  <a:lnTo>
                    <a:pt x="3512" y="22903"/>
                  </a:lnTo>
                  <a:lnTo>
                    <a:pt x="3512" y="22586"/>
                  </a:lnTo>
                  <a:lnTo>
                    <a:pt x="5976" y="22586"/>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07;p53">
              <a:extLst>
                <a:ext uri="{FF2B5EF4-FFF2-40B4-BE49-F238E27FC236}">
                  <a16:creationId xmlns:a16="http://schemas.microsoft.com/office/drawing/2014/main" id="{C1546EDA-9E92-4486-8A1B-DCA847E9DAAB}"/>
                </a:ext>
              </a:extLst>
            </p:cNvPr>
            <p:cNvSpPr/>
            <p:nvPr/>
          </p:nvSpPr>
          <p:spPr>
            <a:xfrm>
              <a:off x="7500033" y="1815768"/>
              <a:ext cx="220158" cy="323199"/>
            </a:xfrm>
            <a:custGeom>
              <a:avLst/>
              <a:gdLst/>
              <a:ahLst/>
              <a:cxnLst/>
              <a:rect l="l" t="t" r="r" b="b"/>
              <a:pathLst>
                <a:path w="4977" h="7318" extrusionOk="0">
                  <a:moveTo>
                    <a:pt x="4659" y="49"/>
                  </a:moveTo>
                  <a:cubicBezTo>
                    <a:pt x="4781" y="0"/>
                    <a:pt x="4878" y="49"/>
                    <a:pt x="4927" y="147"/>
                  </a:cubicBezTo>
                  <a:cubicBezTo>
                    <a:pt x="4976" y="244"/>
                    <a:pt x="4927" y="366"/>
                    <a:pt x="4830" y="415"/>
                  </a:cubicBezTo>
                  <a:cubicBezTo>
                    <a:pt x="4586" y="513"/>
                    <a:pt x="4366" y="659"/>
                    <a:pt x="4147" y="805"/>
                  </a:cubicBezTo>
                  <a:cubicBezTo>
                    <a:pt x="3927" y="952"/>
                    <a:pt x="3708" y="635"/>
                    <a:pt x="3927" y="488"/>
                  </a:cubicBezTo>
                  <a:cubicBezTo>
                    <a:pt x="4147" y="318"/>
                    <a:pt x="4415" y="171"/>
                    <a:pt x="4659" y="49"/>
                  </a:cubicBezTo>
                  <a:close/>
                  <a:moveTo>
                    <a:pt x="2854" y="1342"/>
                  </a:moveTo>
                  <a:cubicBezTo>
                    <a:pt x="2927" y="1244"/>
                    <a:pt x="3074" y="1244"/>
                    <a:pt x="3147" y="1342"/>
                  </a:cubicBezTo>
                  <a:cubicBezTo>
                    <a:pt x="3220" y="1415"/>
                    <a:pt x="3220" y="1537"/>
                    <a:pt x="3147" y="1610"/>
                  </a:cubicBezTo>
                  <a:cubicBezTo>
                    <a:pt x="2440" y="2317"/>
                    <a:pt x="1830" y="3122"/>
                    <a:pt x="1391" y="4025"/>
                  </a:cubicBezTo>
                  <a:cubicBezTo>
                    <a:pt x="927" y="4976"/>
                    <a:pt x="610" y="6000"/>
                    <a:pt x="440" y="7073"/>
                  </a:cubicBezTo>
                  <a:cubicBezTo>
                    <a:pt x="391" y="7317"/>
                    <a:pt x="1" y="7244"/>
                    <a:pt x="25" y="7000"/>
                  </a:cubicBezTo>
                  <a:cubicBezTo>
                    <a:pt x="220" y="5903"/>
                    <a:pt x="562" y="4854"/>
                    <a:pt x="1049" y="3854"/>
                  </a:cubicBezTo>
                  <a:cubicBezTo>
                    <a:pt x="1513" y="2903"/>
                    <a:pt x="2122" y="2074"/>
                    <a:pt x="2854" y="134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08;p53">
              <a:extLst>
                <a:ext uri="{FF2B5EF4-FFF2-40B4-BE49-F238E27FC236}">
                  <a16:creationId xmlns:a16="http://schemas.microsoft.com/office/drawing/2014/main" id="{111E6D8F-A9A4-A984-075B-25E86BB63D0F}"/>
                </a:ext>
              </a:extLst>
            </p:cNvPr>
            <p:cNvSpPr/>
            <p:nvPr/>
          </p:nvSpPr>
          <p:spPr>
            <a:xfrm>
              <a:off x="7948824" y="2848818"/>
              <a:ext cx="116559" cy="53881"/>
            </a:xfrm>
            <a:custGeom>
              <a:avLst/>
              <a:gdLst/>
              <a:ahLst/>
              <a:cxnLst/>
              <a:rect l="l" t="t" r="r" b="b"/>
              <a:pathLst>
                <a:path w="2635" h="1220" extrusionOk="0">
                  <a:moveTo>
                    <a:pt x="610" y="610"/>
                  </a:moveTo>
                  <a:cubicBezTo>
                    <a:pt x="610" y="951"/>
                    <a:pt x="342" y="1220"/>
                    <a:pt x="1" y="1220"/>
                  </a:cubicBezTo>
                  <a:lnTo>
                    <a:pt x="2025" y="1220"/>
                  </a:lnTo>
                  <a:cubicBezTo>
                    <a:pt x="2366" y="1220"/>
                    <a:pt x="2635" y="951"/>
                    <a:pt x="2635" y="610"/>
                  </a:cubicBezTo>
                  <a:cubicBezTo>
                    <a:pt x="2635" y="268"/>
                    <a:pt x="2366" y="0"/>
                    <a:pt x="2025" y="0"/>
                  </a:cubicBezTo>
                  <a:lnTo>
                    <a:pt x="1" y="0"/>
                  </a:lnTo>
                  <a:cubicBezTo>
                    <a:pt x="342" y="0"/>
                    <a:pt x="610" y="268"/>
                    <a:pt x="610" y="61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09;p53">
              <a:extLst>
                <a:ext uri="{FF2B5EF4-FFF2-40B4-BE49-F238E27FC236}">
                  <a16:creationId xmlns:a16="http://schemas.microsoft.com/office/drawing/2014/main" id="{30C76431-166B-A23B-3E4D-9A3F4F301A97}"/>
                </a:ext>
              </a:extLst>
            </p:cNvPr>
            <p:cNvSpPr/>
            <p:nvPr/>
          </p:nvSpPr>
          <p:spPr>
            <a:xfrm>
              <a:off x="7973639" y="2776651"/>
              <a:ext cx="116559" cy="53881"/>
            </a:xfrm>
            <a:custGeom>
              <a:avLst/>
              <a:gdLst/>
              <a:ahLst/>
              <a:cxnLst/>
              <a:rect l="l" t="t" r="r" b="b"/>
              <a:pathLst>
                <a:path w="2635" h="1220" extrusionOk="0">
                  <a:moveTo>
                    <a:pt x="1" y="1220"/>
                  </a:moveTo>
                  <a:lnTo>
                    <a:pt x="2025" y="1220"/>
                  </a:lnTo>
                  <a:cubicBezTo>
                    <a:pt x="2196" y="1220"/>
                    <a:pt x="2342" y="1171"/>
                    <a:pt x="2464" y="1049"/>
                  </a:cubicBezTo>
                  <a:cubicBezTo>
                    <a:pt x="2562" y="927"/>
                    <a:pt x="2635" y="781"/>
                    <a:pt x="2635" y="610"/>
                  </a:cubicBezTo>
                  <a:cubicBezTo>
                    <a:pt x="2635" y="463"/>
                    <a:pt x="2562" y="293"/>
                    <a:pt x="2464" y="171"/>
                  </a:cubicBezTo>
                  <a:cubicBezTo>
                    <a:pt x="2342" y="73"/>
                    <a:pt x="2196" y="0"/>
                    <a:pt x="2025" y="0"/>
                  </a:cubicBezTo>
                  <a:lnTo>
                    <a:pt x="1" y="0"/>
                  </a:lnTo>
                  <a:cubicBezTo>
                    <a:pt x="171" y="0"/>
                    <a:pt x="318" y="73"/>
                    <a:pt x="440" y="171"/>
                  </a:cubicBezTo>
                  <a:cubicBezTo>
                    <a:pt x="537" y="293"/>
                    <a:pt x="610" y="463"/>
                    <a:pt x="610" y="610"/>
                  </a:cubicBezTo>
                  <a:cubicBezTo>
                    <a:pt x="610" y="781"/>
                    <a:pt x="537" y="927"/>
                    <a:pt x="440" y="1049"/>
                  </a:cubicBezTo>
                  <a:cubicBezTo>
                    <a:pt x="318" y="1171"/>
                    <a:pt x="171" y="1220"/>
                    <a:pt x="1" y="122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10;p53">
              <a:extLst>
                <a:ext uri="{FF2B5EF4-FFF2-40B4-BE49-F238E27FC236}">
                  <a16:creationId xmlns:a16="http://schemas.microsoft.com/office/drawing/2014/main" id="{1C3DBFEF-F4DD-CC78-6C43-CA6F481A5101}"/>
                </a:ext>
              </a:extLst>
            </p:cNvPr>
            <p:cNvSpPr/>
            <p:nvPr/>
          </p:nvSpPr>
          <p:spPr>
            <a:xfrm>
              <a:off x="7906758" y="2919882"/>
              <a:ext cx="116559" cy="53925"/>
            </a:xfrm>
            <a:custGeom>
              <a:avLst/>
              <a:gdLst/>
              <a:ahLst/>
              <a:cxnLst/>
              <a:rect l="l" t="t" r="r" b="b"/>
              <a:pathLst>
                <a:path w="2635" h="1221" extrusionOk="0">
                  <a:moveTo>
                    <a:pt x="2025" y="1"/>
                  </a:moveTo>
                  <a:lnTo>
                    <a:pt x="0" y="1"/>
                  </a:lnTo>
                  <a:cubicBezTo>
                    <a:pt x="342" y="1"/>
                    <a:pt x="610" y="269"/>
                    <a:pt x="610" y="611"/>
                  </a:cubicBezTo>
                  <a:cubicBezTo>
                    <a:pt x="610" y="781"/>
                    <a:pt x="537" y="928"/>
                    <a:pt x="439" y="1050"/>
                  </a:cubicBezTo>
                  <a:cubicBezTo>
                    <a:pt x="318" y="1172"/>
                    <a:pt x="171" y="1220"/>
                    <a:pt x="0" y="1220"/>
                  </a:cubicBezTo>
                  <a:lnTo>
                    <a:pt x="2025" y="1220"/>
                  </a:lnTo>
                  <a:cubicBezTo>
                    <a:pt x="2196" y="1220"/>
                    <a:pt x="2342" y="1172"/>
                    <a:pt x="2464" y="1050"/>
                  </a:cubicBezTo>
                  <a:cubicBezTo>
                    <a:pt x="2586" y="928"/>
                    <a:pt x="2635" y="781"/>
                    <a:pt x="2635" y="611"/>
                  </a:cubicBezTo>
                  <a:cubicBezTo>
                    <a:pt x="2635" y="269"/>
                    <a:pt x="2366" y="1"/>
                    <a:pt x="2025" y="1"/>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311;p53">
            <a:extLst>
              <a:ext uri="{FF2B5EF4-FFF2-40B4-BE49-F238E27FC236}">
                <a16:creationId xmlns:a16="http://schemas.microsoft.com/office/drawing/2014/main" id="{CD0B6416-D833-A14C-3516-E134C8FD4415}"/>
              </a:ext>
            </a:extLst>
          </p:cNvPr>
          <p:cNvGrpSpPr/>
          <p:nvPr/>
        </p:nvGrpSpPr>
        <p:grpSpPr>
          <a:xfrm>
            <a:off x="2053379" y="7937409"/>
            <a:ext cx="1554476" cy="202073"/>
            <a:chOff x="4877313" y="3070693"/>
            <a:chExt cx="1828795" cy="240192"/>
          </a:xfrm>
        </p:grpSpPr>
        <p:sp>
          <p:nvSpPr>
            <p:cNvPr id="31" name="Google Shape;1312;p53">
              <a:extLst>
                <a:ext uri="{FF2B5EF4-FFF2-40B4-BE49-F238E27FC236}">
                  <a16:creationId xmlns:a16="http://schemas.microsoft.com/office/drawing/2014/main" id="{182FDCC8-9314-1236-DD41-7020C6F19345}"/>
                </a:ext>
              </a:extLst>
            </p:cNvPr>
            <p:cNvSpPr/>
            <p:nvPr/>
          </p:nvSpPr>
          <p:spPr>
            <a:xfrm>
              <a:off x="4877313" y="3070693"/>
              <a:ext cx="1827551" cy="238935"/>
            </a:xfrm>
            <a:custGeom>
              <a:avLst/>
              <a:gdLst/>
              <a:ahLst/>
              <a:cxnLst/>
              <a:rect l="l" t="t" r="r" b="b"/>
              <a:pathLst>
                <a:path w="35269" h="4562" extrusionOk="0">
                  <a:moveTo>
                    <a:pt x="1196" y="2952"/>
                  </a:moveTo>
                  <a:lnTo>
                    <a:pt x="708" y="2952"/>
                  </a:lnTo>
                  <a:cubicBezTo>
                    <a:pt x="537" y="2927"/>
                    <a:pt x="366" y="2878"/>
                    <a:pt x="269" y="2756"/>
                  </a:cubicBezTo>
                  <a:lnTo>
                    <a:pt x="269" y="2756"/>
                  </a:lnTo>
                  <a:cubicBezTo>
                    <a:pt x="1" y="2488"/>
                    <a:pt x="1" y="2098"/>
                    <a:pt x="269" y="1830"/>
                  </a:cubicBezTo>
                  <a:cubicBezTo>
                    <a:pt x="366" y="1708"/>
                    <a:pt x="537" y="1635"/>
                    <a:pt x="708" y="1659"/>
                  </a:cubicBezTo>
                  <a:lnTo>
                    <a:pt x="1196" y="1659"/>
                  </a:lnTo>
                  <a:cubicBezTo>
                    <a:pt x="1196" y="1610"/>
                    <a:pt x="1220" y="1586"/>
                    <a:pt x="1244" y="1561"/>
                  </a:cubicBezTo>
                  <a:cubicBezTo>
                    <a:pt x="3586" y="0"/>
                    <a:pt x="4049" y="0"/>
                    <a:pt x="6586" y="0"/>
                  </a:cubicBezTo>
                  <a:lnTo>
                    <a:pt x="33195" y="0"/>
                  </a:lnTo>
                  <a:cubicBezTo>
                    <a:pt x="34366" y="98"/>
                    <a:pt x="35268" y="1098"/>
                    <a:pt x="35268" y="2293"/>
                  </a:cubicBezTo>
                  <a:cubicBezTo>
                    <a:pt x="35268" y="3464"/>
                    <a:pt x="34366" y="4464"/>
                    <a:pt x="33195" y="4561"/>
                  </a:cubicBezTo>
                  <a:lnTo>
                    <a:pt x="6610" y="4561"/>
                  </a:lnTo>
                  <a:cubicBezTo>
                    <a:pt x="4049" y="4561"/>
                    <a:pt x="3610" y="4561"/>
                    <a:pt x="1269" y="3000"/>
                  </a:cubicBezTo>
                  <a:cubicBezTo>
                    <a:pt x="1244" y="2976"/>
                    <a:pt x="1220" y="2952"/>
                    <a:pt x="1196" y="29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13;p53">
              <a:extLst>
                <a:ext uri="{FF2B5EF4-FFF2-40B4-BE49-F238E27FC236}">
                  <a16:creationId xmlns:a16="http://schemas.microsoft.com/office/drawing/2014/main" id="{6668D990-F4FA-1981-C3ED-9D47ADC5B9C7}"/>
                </a:ext>
              </a:extLst>
            </p:cNvPr>
            <p:cNvSpPr/>
            <p:nvPr/>
          </p:nvSpPr>
          <p:spPr>
            <a:xfrm>
              <a:off x="4897518" y="3179264"/>
              <a:ext cx="40521" cy="24302"/>
            </a:xfrm>
            <a:custGeom>
              <a:avLst/>
              <a:gdLst/>
              <a:ahLst/>
              <a:cxnLst/>
              <a:rect l="l" t="t" r="r" b="b"/>
              <a:pathLst>
                <a:path w="782" h="464" extrusionOk="0">
                  <a:moveTo>
                    <a:pt x="172" y="49"/>
                  </a:moveTo>
                  <a:cubicBezTo>
                    <a:pt x="1" y="196"/>
                    <a:pt x="123" y="464"/>
                    <a:pt x="342" y="464"/>
                  </a:cubicBezTo>
                  <a:lnTo>
                    <a:pt x="781" y="464"/>
                  </a:lnTo>
                  <a:lnTo>
                    <a:pt x="781" y="1"/>
                  </a:lnTo>
                  <a:lnTo>
                    <a:pt x="318" y="1"/>
                  </a:lnTo>
                  <a:cubicBezTo>
                    <a:pt x="269" y="1"/>
                    <a:pt x="196" y="1"/>
                    <a:pt x="172" y="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14;p53">
              <a:extLst>
                <a:ext uri="{FF2B5EF4-FFF2-40B4-BE49-F238E27FC236}">
                  <a16:creationId xmlns:a16="http://schemas.microsoft.com/office/drawing/2014/main" id="{4460C363-20C7-AA74-44B1-C25885708649}"/>
                </a:ext>
              </a:extLst>
            </p:cNvPr>
            <p:cNvSpPr/>
            <p:nvPr/>
          </p:nvSpPr>
          <p:spPr>
            <a:xfrm>
              <a:off x="4959430" y="3091119"/>
              <a:ext cx="259139" cy="199339"/>
            </a:xfrm>
            <a:custGeom>
              <a:avLst/>
              <a:gdLst/>
              <a:ahLst/>
              <a:cxnLst/>
              <a:rect l="l" t="t" r="r" b="b"/>
              <a:pathLst>
                <a:path w="5001" h="3806" extrusionOk="0">
                  <a:moveTo>
                    <a:pt x="1" y="1903"/>
                  </a:moveTo>
                  <a:lnTo>
                    <a:pt x="1" y="2342"/>
                  </a:lnTo>
                  <a:lnTo>
                    <a:pt x="1" y="2342"/>
                  </a:lnTo>
                  <a:cubicBezTo>
                    <a:pt x="2147" y="3805"/>
                    <a:pt x="2611" y="3805"/>
                    <a:pt x="5001" y="3805"/>
                  </a:cubicBezTo>
                  <a:lnTo>
                    <a:pt x="5001" y="1"/>
                  </a:lnTo>
                  <a:cubicBezTo>
                    <a:pt x="2611" y="1"/>
                    <a:pt x="2147" y="1"/>
                    <a:pt x="1" y="1464"/>
                  </a:cubicBezTo>
                  <a:lnTo>
                    <a:pt x="1" y="146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15;p53">
              <a:extLst>
                <a:ext uri="{FF2B5EF4-FFF2-40B4-BE49-F238E27FC236}">
                  <a16:creationId xmlns:a16="http://schemas.microsoft.com/office/drawing/2014/main" id="{0F244084-6B21-BD86-6FF8-BB44ABA4E401}"/>
                </a:ext>
              </a:extLst>
            </p:cNvPr>
            <p:cNvSpPr/>
            <p:nvPr/>
          </p:nvSpPr>
          <p:spPr>
            <a:xfrm>
              <a:off x="5233657" y="3091119"/>
              <a:ext cx="570044" cy="199339"/>
            </a:xfrm>
            <a:custGeom>
              <a:avLst/>
              <a:gdLst/>
              <a:ahLst/>
              <a:cxnLst/>
              <a:rect l="l" t="t" r="r" b="b"/>
              <a:pathLst>
                <a:path w="11001" h="3806" extrusionOk="0">
                  <a:moveTo>
                    <a:pt x="1" y="1"/>
                  </a:moveTo>
                  <a:lnTo>
                    <a:pt x="1" y="3805"/>
                  </a:lnTo>
                  <a:lnTo>
                    <a:pt x="11000" y="3805"/>
                  </a:lnTo>
                  <a:lnTo>
                    <a:pt x="11000" y="1"/>
                  </a:lnTo>
                  <a:close/>
                  <a:moveTo>
                    <a:pt x="3049" y="2318"/>
                  </a:moveTo>
                  <a:cubicBezTo>
                    <a:pt x="2927" y="2220"/>
                    <a:pt x="2879" y="2049"/>
                    <a:pt x="2879" y="1903"/>
                  </a:cubicBezTo>
                  <a:cubicBezTo>
                    <a:pt x="2879" y="1757"/>
                    <a:pt x="2927" y="1610"/>
                    <a:pt x="3049" y="1488"/>
                  </a:cubicBezTo>
                  <a:lnTo>
                    <a:pt x="3049" y="1488"/>
                  </a:lnTo>
                  <a:cubicBezTo>
                    <a:pt x="3147" y="1391"/>
                    <a:pt x="3293" y="1318"/>
                    <a:pt x="3464" y="1318"/>
                  </a:cubicBezTo>
                  <a:lnTo>
                    <a:pt x="6439" y="1318"/>
                  </a:lnTo>
                  <a:cubicBezTo>
                    <a:pt x="6586" y="1318"/>
                    <a:pt x="6732" y="1391"/>
                    <a:pt x="6854" y="1488"/>
                  </a:cubicBezTo>
                  <a:lnTo>
                    <a:pt x="6854" y="1488"/>
                  </a:lnTo>
                  <a:cubicBezTo>
                    <a:pt x="7074" y="1732"/>
                    <a:pt x="7074" y="2074"/>
                    <a:pt x="6854" y="2318"/>
                  </a:cubicBezTo>
                  <a:lnTo>
                    <a:pt x="6854" y="2318"/>
                  </a:lnTo>
                  <a:cubicBezTo>
                    <a:pt x="6732" y="2415"/>
                    <a:pt x="6586" y="2488"/>
                    <a:pt x="6439" y="2488"/>
                  </a:cubicBezTo>
                  <a:lnTo>
                    <a:pt x="3464" y="2488"/>
                  </a:lnTo>
                  <a:cubicBezTo>
                    <a:pt x="3293" y="2488"/>
                    <a:pt x="3147" y="2415"/>
                    <a:pt x="3049" y="23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16;p53">
              <a:extLst>
                <a:ext uri="{FF2B5EF4-FFF2-40B4-BE49-F238E27FC236}">
                  <a16:creationId xmlns:a16="http://schemas.microsoft.com/office/drawing/2014/main" id="{307FC59A-1EF0-E31D-94F0-6DF4C2365B56}"/>
                </a:ext>
              </a:extLst>
            </p:cNvPr>
            <p:cNvSpPr/>
            <p:nvPr/>
          </p:nvSpPr>
          <p:spPr>
            <a:xfrm>
              <a:off x="5818688" y="3091119"/>
              <a:ext cx="873384" cy="199339"/>
            </a:xfrm>
            <a:custGeom>
              <a:avLst/>
              <a:gdLst/>
              <a:ahLst/>
              <a:cxnLst/>
              <a:rect l="l" t="t" r="r" b="b"/>
              <a:pathLst>
                <a:path w="16855" h="3806" extrusionOk="0">
                  <a:moveTo>
                    <a:pt x="1" y="1"/>
                  </a:moveTo>
                  <a:lnTo>
                    <a:pt x="1" y="3805"/>
                  </a:lnTo>
                  <a:lnTo>
                    <a:pt x="15025" y="3805"/>
                  </a:lnTo>
                  <a:cubicBezTo>
                    <a:pt x="16049" y="3757"/>
                    <a:pt x="16854" y="2927"/>
                    <a:pt x="16854" y="1903"/>
                  </a:cubicBezTo>
                  <a:cubicBezTo>
                    <a:pt x="16854" y="903"/>
                    <a:pt x="16049" y="49"/>
                    <a:pt x="15025" y="2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17;p53">
              <a:extLst>
                <a:ext uri="{FF2B5EF4-FFF2-40B4-BE49-F238E27FC236}">
                  <a16:creationId xmlns:a16="http://schemas.microsoft.com/office/drawing/2014/main" id="{0A387325-AD67-ACA2-1178-ACBD15E367E3}"/>
                </a:ext>
              </a:extLst>
            </p:cNvPr>
            <p:cNvSpPr/>
            <p:nvPr/>
          </p:nvSpPr>
          <p:spPr>
            <a:xfrm>
              <a:off x="5391624" y="3174183"/>
              <a:ext cx="190896" cy="34515"/>
            </a:xfrm>
            <a:custGeom>
              <a:avLst/>
              <a:gdLst/>
              <a:ahLst/>
              <a:cxnLst/>
              <a:rect l="l" t="t" r="r" b="b"/>
              <a:pathLst>
                <a:path w="3684" h="659" extrusionOk="0">
                  <a:moveTo>
                    <a:pt x="3683" y="317"/>
                  </a:moveTo>
                  <a:cubicBezTo>
                    <a:pt x="3683" y="244"/>
                    <a:pt x="3634" y="171"/>
                    <a:pt x="3610" y="122"/>
                  </a:cubicBezTo>
                  <a:lnTo>
                    <a:pt x="3610" y="122"/>
                  </a:lnTo>
                  <a:cubicBezTo>
                    <a:pt x="3537" y="73"/>
                    <a:pt x="3464" y="49"/>
                    <a:pt x="3390" y="49"/>
                  </a:cubicBezTo>
                  <a:lnTo>
                    <a:pt x="415" y="49"/>
                  </a:lnTo>
                  <a:cubicBezTo>
                    <a:pt x="0" y="0"/>
                    <a:pt x="0" y="659"/>
                    <a:pt x="415" y="610"/>
                  </a:cubicBezTo>
                  <a:lnTo>
                    <a:pt x="3390" y="610"/>
                  </a:lnTo>
                  <a:cubicBezTo>
                    <a:pt x="3464" y="610"/>
                    <a:pt x="3537" y="585"/>
                    <a:pt x="3610" y="537"/>
                  </a:cubicBezTo>
                  <a:lnTo>
                    <a:pt x="3610" y="537"/>
                  </a:lnTo>
                  <a:cubicBezTo>
                    <a:pt x="3659" y="463"/>
                    <a:pt x="3683" y="390"/>
                    <a:pt x="3683" y="3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18;p53">
              <a:extLst>
                <a:ext uri="{FF2B5EF4-FFF2-40B4-BE49-F238E27FC236}">
                  <a16:creationId xmlns:a16="http://schemas.microsoft.com/office/drawing/2014/main" id="{C4D266E0-12A6-AC15-BB04-4A3240A1FF51}"/>
                </a:ext>
              </a:extLst>
            </p:cNvPr>
            <p:cNvSpPr/>
            <p:nvPr/>
          </p:nvSpPr>
          <p:spPr>
            <a:xfrm>
              <a:off x="4877313" y="3071950"/>
              <a:ext cx="1828795" cy="238935"/>
            </a:xfrm>
            <a:custGeom>
              <a:avLst/>
              <a:gdLst/>
              <a:ahLst/>
              <a:cxnLst/>
              <a:rect l="l" t="t" r="r" b="b"/>
              <a:pathLst>
                <a:path w="35293" h="4562" extrusionOk="0">
                  <a:moveTo>
                    <a:pt x="10342" y="1684"/>
                  </a:moveTo>
                  <a:lnTo>
                    <a:pt x="13317" y="1684"/>
                  </a:lnTo>
                  <a:cubicBezTo>
                    <a:pt x="13464" y="1684"/>
                    <a:pt x="13610" y="1757"/>
                    <a:pt x="13732" y="1854"/>
                  </a:cubicBezTo>
                  <a:lnTo>
                    <a:pt x="13732" y="1854"/>
                  </a:lnTo>
                  <a:cubicBezTo>
                    <a:pt x="13952" y="2074"/>
                    <a:pt x="13952" y="2440"/>
                    <a:pt x="13732" y="2684"/>
                  </a:cubicBezTo>
                  <a:lnTo>
                    <a:pt x="13732" y="2684"/>
                  </a:lnTo>
                  <a:cubicBezTo>
                    <a:pt x="13610" y="2781"/>
                    <a:pt x="13464" y="2854"/>
                    <a:pt x="13317" y="2854"/>
                  </a:cubicBezTo>
                  <a:lnTo>
                    <a:pt x="10342" y="2854"/>
                  </a:lnTo>
                  <a:cubicBezTo>
                    <a:pt x="10171" y="2854"/>
                    <a:pt x="10025" y="2781"/>
                    <a:pt x="9927" y="2684"/>
                  </a:cubicBezTo>
                  <a:lnTo>
                    <a:pt x="9927" y="2684"/>
                  </a:lnTo>
                  <a:cubicBezTo>
                    <a:pt x="9805" y="2562"/>
                    <a:pt x="9757" y="2415"/>
                    <a:pt x="9757" y="2269"/>
                  </a:cubicBezTo>
                  <a:cubicBezTo>
                    <a:pt x="9757" y="2098"/>
                    <a:pt x="9805" y="1952"/>
                    <a:pt x="9927" y="1854"/>
                  </a:cubicBezTo>
                  <a:lnTo>
                    <a:pt x="9927" y="1854"/>
                  </a:lnTo>
                  <a:cubicBezTo>
                    <a:pt x="10025" y="1733"/>
                    <a:pt x="10171" y="1684"/>
                    <a:pt x="10342" y="1684"/>
                  </a:cubicBezTo>
                  <a:close/>
                  <a:moveTo>
                    <a:pt x="1196" y="2025"/>
                  </a:moveTo>
                  <a:lnTo>
                    <a:pt x="708" y="2025"/>
                  </a:lnTo>
                  <a:cubicBezTo>
                    <a:pt x="635" y="2025"/>
                    <a:pt x="586" y="2050"/>
                    <a:pt x="537" y="2098"/>
                  </a:cubicBezTo>
                  <a:cubicBezTo>
                    <a:pt x="391" y="2245"/>
                    <a:pt x="488" y="2513"/>
                    <a:pt x="708" y="2513"/>
                  </a:cubicBezTo>
                  <a:lnTo>
                    <a:pt x="1171" y="2513"/>
                  </a:lnTo>
                  <a:lnTo>
                    <a:pt x="1171" y="2050"/>
                  </a:lnTo>
                  <a:close/>
                  <a:moveTo>
                    <a:pt x="1220" y="2928"/>
                  </a:moveTo>
                  <a:cubicBezTo>
                    <a:pt x="1220" y="2952"/>
                    <a:pt x="1244" y="2976"/>
                    <a:pt x="1269" y="3001"/>
                  </a:cubicBezTo>
                  <a:cubicBezTo>
                    <a:pt x="3610" y="4562"/>
                    <a:pt x="4074" y="4562"/>
                    <a:pt x="6610" y="4562"/>
                  </a:cubicBezTo>
                  <a:lnTo>
                    <a:pt x="33219" y="4562"/>
                  </a:lnTo>
                  <a:cubicBezTo>
                    <a:pt x="34390" y="4464"/>
                    <a:pt x="35293" y="3464"/>
                    <a:pt x="35293" y="2269"/>
                  </a:cubicBezTo>
                  <a:cubicBezTo>
                    <a:pt x="35293" y="1098"/>
                    <a:pt x="34390" y="98"/>
                    <a:pt x="33219" y="1"/>
                  </a:cubicBezTo>
                  <a:lnTo>
                    <a:pt x="6610" y="1"/>
                  </a:lnTo>
                  <a:cubicBezTo>
                    <a:pt x="4049" y="1"/>
                    <a:pt x="3610" y="1"/>
                    <a:pt x="1269" y="1562"/>
                  </a:cubicBezTo>
                  <a:cubicBezTo>
                    <a:pt x="1244" y="1586"/>
                    <a:pt x="1220" y="1611"/>
                    <a:pt x="1196" y="1635"/>
                  </a:cubicBezTo>
                  <a:lnTo>
                    <a:pt x="708" y="1635"/>
                  </a:lnTo>
                  <a:cubicBezTo>
                    <a:pt x="537" y="1635"/>
                    <a:pt x="366" y="1708"/>
                    <a:pt x="245" y="1830"/>
                  </a:cubicBezTo>
                  <a:cubicBezTo>
                    <a:pt x="1" y="2074"/>
                    <a:pt x="1" y="2489"/>
                    <a:pt x="245" y="2757"/>
                  </a:cubicBezTo>
                  <a:lnTo>
                    <a:pt x="245" y="2757"/>
                  </a:lnTo>
                  <a:cubicBezTo>
                    <a:pt x="366" y="2854"/>
                    <a:pt x="537" y="2928"/>
                    <a:pt x="708" y="2928"/>
                  </a:cubicBezTo>
                  <a:close/>
                  <a:moveTo>
                    <a:pt x="1586" y="2269"/>
                  </a:moveTo>
                  <a:lnTo>
                    <a:pt x="1586" y="1830"/>
                  </a:lnTo>
                  <a:lnTo>
                    <a:pt x="1586" y="1830"/>
                  </a:lnTo>
                  <a:cubicBezTo>
                    <a:pt x="3757" y="391"/>
                    <a:pt x="4196" y="391"/>
                    <a:pt x="6586" y="391"/>
                  </a:cubicBezTo>
                  <a:lnTo>
                    <a:pt x="6586" y="4171"/>
                  </a:lnTo>
                  <a:cubicBezTo>
                    <a:pt x="4196" y="4171"/>
                    <a:pt x="3757" y="4171"/>
                    <a:pt x="1586" y="2732"/>
                  </a:cubicBezTo>
                  <a:lnTo>
                    <a:pt x="1586" y="2732"/>
                  </a:lnTo>
                  <a:lnTo>
                    <a:pt x="1586" y="2293"/>
                  </a:lnTo>
                  <a:close/>
                  <a:moveTo>
                    <a:pt x="18195" y="367"/>
                  </a:moveTo>
                  <a:lnTo>
                    <a:pt x="33219" y="367"/>
                  </a:lnTo>
                  <a:cubicBezTo>
                    <a:pt x="34219" y="415"/>
                    <a:pt x="35024" y="1245"/>
                    <a:pt x="35024" y="2269"/>
                  </a:cubicBezTo>
                  <a:cubicBezTo>
                    <a:pt x="35024" y="3293"/>
                    <a:pt x="34219" y="4123"/>
                    <a:pt x="33219" y="4171"/>
                  </a:cubicBezTo>
                  <a:lnTo>
                    <a:pt x="18171" y="4171"/>
                  </a:lnTo>
                  <a:lnTo>
                    <a:pt x="18171" y="367"/>
                  </a:lnTo>
                  <a:close/>
                  <a:moveTo>
                    <a:pt x="17878" y="4171"/>
                  </a:moveTo>
                  <a:lnTo>
                    <a:pt x="17878" y="367"/>
                  </a:lnTo>
                  <a:lnTo>
                    <a:pt x="6879" y="367"/>
                  </a:lnTo>
                  <a:lnTo>
                    <a:pt x="6879" y="4171"/>
                  </a:lnTo>
                  <a:close/>
                  <a:moveTo>
                    <a:pt x="13317" y="1976"/>
                  </a:moveTo>
                  <a:lnTo>
                    <a:pt x="10342" y="1976"/>
                  </a:lnTo>
                  <a:cubicBezTo>
                    <a:pt x="9903" y="1952"/>
                    <a:pt x="9903" y="2611"/>
                    <a:pt x="10342" y="2562"/>
                  </a:cubicBezTo>
                  <a:lnTo>
                    <a:pt x="13317" y="2562"/>
                  </a:lnTo>
                  <a:cubicBezTo>
                    <a:pt x="13391" y="2562"/>
                    <a:pt x="13464" y="2537"/>
                    <a:pt x="13513" y="2464"/>
                  </a:cubicBezTo>
                  <a:lnTo>
                    <a:pt x="13513" y="2464"/>
                  </a:lnTo>
                  <a:cubicBezTo>
                    <a:pt x="13610" y="2367"/>
                    <a:pt x="13610" y="2196"/>
                    <a:pt x="13513" y="2074"/>
                  </a:cubicBezTo>
                  <a:lnTo>
                    <a:pt x="13513" y="2074"/>
                  </a:lnTo>
                  <a:cubicBezTo>
                    <a:pt x="13464" y="2025"/>
                    <a:pt x="13391" y="2001"/>
                    <a:pt x="13317" y="197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319;p53">
              <a:extLst>
                <a:ext uri="{FF2B5EF4-FFF2-40B4-BE49-F238E27FC236}">
                  <a16:creationId xmlns:a16="http://schemas.microsoft.com/office/drawing/2014/main" id="{C7672A65-7BE6-AE75-A86F-BCAA36849F8D}"/>
                </a:ext>
              </a:extLst>
            </p:cNvPr>
            <p:cNvSpPr/>
            <p:nvPr/>
          </p:nvSpPr>
          <p:spPr>
            <a:xfrm>
              <a:off x="5860394" y="3110288"/>
              <a:ext cx="477809" cy="20479"/>
            </a:xfrm>
            <a:custGeom>
              <a:avLst/>
              <a:gdLst/>
              <a:ahLst/>
              <a:cxnLst/>
              <a:rect l="l" t="t" r="r" b="b"/>
              <a:pathLst>
                <a:path w="9221" h="391" extrusionOk="0">
                  <a:moveTo>
                    <a:pt x="196" y="391"/>
                  </a:moveTo>
                  <a:cubicBezTo>
                    <a:pt x="98" y="391"/>
                    <a:pt x="1" y="318"/>
                    <a:pt x="1" y="196"/>
                  </a:cubicBezTo>
                  <a:cubicBezTo>
                    <a:pt x="1" y="74"/>
                    <a:pt x="98" y="1"/>
                    <a:pt x="196" y="1"/>
                  </a:cubicBezTo>
                  <a:lnTo>
                    <a:pt x="7976" y="1"/>
                  </a:lnTo>
                  <a:cubicBezTo>
                    <a:pt x="8074" y="1"/>
                    <a:pt x="8171" y="74"/>
                    <a:pt x="8171" y="196"/>
                  </a:cubicBezTo>
                  <a:cubicBezTo>
                    <a:pt x="8171" y="293"/>
                    <a:pt x="8074" y="391"/>
                    <a:pt x="7976" y="391"/>
                  </a:cubicBezTo>
                  <a:close/>
                  <a:moveTo>
                    <a:pt x="8684" y="391"/>
                  </a:moveTo>
                  <a:cubicBezTo>
                    <a:pt x="8562" y="391"/>
                    <a:pt x="8464" y="293"/>
                    <a:pt x="8464" y="196"/>
                  </a:cubicBezTo>
                  <a:cubicBezTo>
                    <a:pt x="8464" y="74"/>
                    <a:pt x="8562" y="1"/>
                    <a:pt x="8684" y="1"/>
                  </a:cubicBezTo>
                  <a:lnTo>
                    <a:pt x="9025" y="1"/>
                  </a:lnTo>
                  <a:cubicBezTo>
                    <a:pt x="9123" y="1"/>
                    <a:pt x="9220" y="74"/>
                    <a:pt x="9220" y="196"/>
                  </a:cubicBezTo>
                  <a:cubicBezTo>
                    <a:pt x="9220" y="293"/>
                    <a:pt x="9123" y="391"/>
                    <a:pt x="9025" y="39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20;p53">
              <a:extLst>
                <a:ext uri="{FF2B5EF4-FFF2-40B4-BE49-F238E27FC236}">
                  <a16:creationId xmlns:a16="http://schemas.microsoft.com/office/drawing/2014/main" id="{76DFD8D0-61D0-0588-6F99-04B9656F6349}"/>
                </a:ext>
              </a:extLst>
            </p:cNvPr>
            <p:cNvSpPr/>
            <p:nvPr/>
          </p:nvSpPr>
          <p:spPr>
            <a:xfrm>
              <a:off x="4959430" y="3172874"/>
              <a:ext cx="259139" cy="117582"/>
            </a:xfrm>
            <a:custGeom>
              <a:avLst/>
              <a:gdLst/>
              <a:ahLst/>
              <a:cxnLst/>
              <a:rect l="l" t="t" r="r" b="b"/>
              <a:pathLst>
                <a:path w="5001" h="2245" extrusionOk="0">
                  <a:moveTo>
                    <a:pt x="5001" y="2244"/>
                  </a:moveTo>
                  <a:lnTo>
                    <a:pt x="5001" y="1440"/>
                  </a:lnTo>
                  <a:cubicBezTo>
                    <a:pt x="2611" y="1440"/>
                    <a:pt x="2147" y="1440"/>
                    <a:pt x="1" y="1"/>
                  </a:cubicBezTo>
                  <a:lnTo>
                    <a:pt x="1" y="805"/>
                  </a:lnTo>
                  <a:lnTo>
                    <a:pt x="1" y="805"/>
                  </a:lnTo>
                  <a:cubicBezTo>
                    <a:pt x="2147" y="2244"/>
                    <a:pt x="2611" y="2244"/>
                    <a:pt x="5001" y="2244"/>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21;p53">
              <a:extLst>
                <a:ext uri="{FF2B5EF4-FFF2-40B4-BE49-F238E27FC236}">
                  <a16:creationId xmlns:a16="http://schemas.microsoft.com/office/drawing/2014/main" id="{9D0E9F10-E61F-B3D5-3EF1-60C071DC3FC5}"/>
                </a:ext>
              </a:extLst>
            </p:cNvPr>
            <p:cNvSpPr/>
            <p:nvPr/>
          </p:nvSpPr>
          <p:spPr>
            <a:xfrm>
              <a:off x="5233657" y="3248239"/>
              <a:ext cx="570044" cy="42214"/>
            </a:xfrm>
            <a:custGeom>
              <a:avLst/>
              <a:gdLst/>
              <a:ahLst/>
              <a:cxnLst/>
              <a:rect l="l" t="t" r="r" b="b"/>
              <a:pathLst>
                <a:path w="11001" h="806" extrusionOk="0">
                  <a:moveTo>
                    <a:pt x="1" y="1"/>
                  </a:moveTo>
                  <a:lnTo>
                    <a:pt x="1" y="805"/>
                  </a:lnTo>
                  <a:lnTo>
                    <a:pt x="11000" y="805"/>
                  </a:lnTo>
                  <a:lnTo>
                    <a:pt x="11000"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322;p53">
              <a:extLst>
                <a:ext uri="{FF2B5EF4-FFF2-40B4-BE49-F238E27FC236}">
                  <a16:creationId xmlns:a16="http://schemas.microsoft.com/office/drawing/2014/main" id="{1627346A-113D-795E-BFF1-8B25DA3177C6}"/>
                </a:ext>
              </a:extLst>
            </p:cNvPr>
            <p:cNvSpPr/>
            <p:nvPr/>
          </p:nvSpPr>
          <p:spPr>
            <a:xfrm>
              <a:off x="5818688" y="3170308"/>
              <a:ext cx="877167" cy="120148"/>
            </a:xfrm>
            <a:custGeom>
              <a:avLst/>
              <a:gdLst/>
              <a:ahLst/>
              <a:cxnLst/>
              <a:rect l="l" t="t" r="r" b="b"/>
              <a:pathLst>
                <a:path w="16928" h="2294" extrusionOk="0">
                  <a:moveTo>
                    <a:pt x="1" y="1489"/>
                  </a:moveTo>
                  <a:lnTo>
                    <a:pt x="1" y="2293"/>
                  </a:lnTo>
                  <a:lnTo>
                    <a:pt x="15025" y="2293"/>
                  </a:lnTo>
                  <a:cubicBezTo>
                    <a:pt x="16074" y="2293"/>
                    <a:pt x="16927" y="1440"/>
                    <a:pt x="16927" y="415"/>
                  </a:cubicBezTo>
                  <a:cubicBezTo>
                    <a:pt x="16927" y="269"/>
                    <a:pt x="16903" y="123"/>
                    <a:pt x="16879" y="1"/>
                  </a:cubicBezTo>
                  <a:cubicBezTo>
                    <a:pt x="16684" y="879"/>
                    <a:pt x="15927" y="1489"/>
                    <a:pt x="15025" y="1489"/>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1323;p53">
            <a:extLst>
              <a:ext uri="{FF2B5EF4-FFF2-40B4-BE49-F238E27FC236}">
                <a16:creationId xmlns:a16="http://schemas.microsoft.com/office/drawing/2014/main" id="{532D3D84-5717-EAAB-CCE4-ECBFF0B75BAF}"/>
              </a:ext>
            </a:extLst>
          </p:cNvPr>
          <p:cNvGrpSpPr/>
          <p:nvPr/>
        </p:nvGrpSpPr>
        <p:grpSpPr>
          <a:xfrm>
            <a:off x="-467360" y="-4210584"/>
            <a:ext cx="1682152" cy="1253177"/>
            <a:chOff x="4830699" y="1600325"/>
            <a:chExt cx="1682152" cy="1253177"/>
          </a:xfrm>
        </p:grpSpPr>
        <p:sp>
          <p:nvSpPr>
            <p:cNvPr id="43" name="Google Shape;1324;p53">
              <a:extLst>
                <a:ext uri="{FF2B5EF4-FFF2-40B4-BE49-F238E27FC236}">
                  <a16:creationId xmlns:a16="http://schemas.microsoft.com/office/drawing/2014/main" id="{2E945848-D481-7203-DC15-BA928DD3EC77}"/>
                </a:ext>
              </a:extLst>
            </p:cNvPr>
            <p:cNvSpPr/>
            <p:nvPr/>
          </p:nvSpPr>
          <p:spPr>
            <a:xfrm>
              <a:off x="4830699" y="1600325"/>
              <a:ext cx="1682152" cy="1253177"/>
            </a:xfrm>
            <a:custGeom>
              <a:avLst/>
              <a:gdLst/>
              <a:ahLst/>
              <a:cxnLst/>
              <a:rect l="l" t="t" r="r" b="b"/>
              <a:pathLst>
                <a:path w="32463" h="23927" extrusionOk="0">
                  <a:moveTo>
                    <a:pt x="2610" y="0"/>
                  </a:moveTo>
                  <a:lnTo>
                    <a:pt x="29853" y="0"/>
                  </a:lnTo>
                  <a:cubicBezTo>
                    <a:pt x="31292" y="25"/>
                    <a:pt x="32438" y="1171"/>
                    <a:pt x="32463" y="2610"/>
                  </a:cubicBezTo>
                  <a:lnTo>
                    <a:pt x="32463" y="21341"/>
                  </a:lnTo>
                  <a:cubicBezTo>
                    <a:pt x="32463" y="21512"/>
                    <a:pt x="32438" y="21683"/>
                    <a:pt x="32390" y="21853"/>
                  </a:cubicBezTo>
                  <a:lnTo>
                    <a:pt x="32390" y="21853"/>
                  </a:lnTo>
                  <a:cubicBezTo>
                    <a:pt x="32146" y="23073"/>
                    <a:pt x="31073" y="23927"/>
                    <a:pt x="29853" y="23927"/>
                  </a:cubicBezTo>
                  <a:lnTo>
                    <a:pt x="2610" y="23927"/>
                  </a:lnTo>
                  <a:cubicBezTo>
                    <a:pt x="1366" y="23927"/>
                    <a:pt x="317" y="23073"/>
                    <a:pt x="49" y="21853"/>
                  </a:cubicBezTo>
                  <a:lnTo>
                    <a:pt x="49" y="21853"/>
                  </a:lnTo>
                  <a:cubicBezTo>
                    <a:pt x="24" y="21683"/>
                    <a:pt x="0" y="21512"/>
                    <a:pt x="0" y="21341"/>
                  </a:cubicBezTo>
                  <a:lnTo>
                    <a:pt x="0" y="2610"/>
                  </a:lnTo>
                  <a:cubicBezTo>
                    <a:pt x="0" y="1171"/>
                    <a:pt x="1171" y="25"/>
                    <a:pt x="26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325;p53">
              <a:extLst>
                <a:ext uri="{FF2B5EF4-FFF2-40B4-BE49-F238E27FC236}">
                  <a16:creationId xmlns:a16="http://schemas.microsoft.com/office/drawing/2014/main" id="{E3184329-1D97-1B00-02D6-BDE495D9A5CA}"/>
                </a:ext>
              </a:extLst>
            </p:cNvPr>
            <p:cNvSpPr/>
            <p:nvPr/>
          </p:nvSpPr>
          <p:spPr>
            <a:xfrm>
              <a:off x="4850904" y="1622008"/>
              <a:ext cx="1640490" cy="1111398"/>
            </a:xfrm>
            <a:custGeom>
              <a:avLst/>
              <a:gdLst/>
              <a:ahLst/>
              <a:cxnLst/>
              <a:rect l="l" t="t" r="r" b="b"/>
              <a:pathLst>
                <a:path w="31659" h="21220" extrusionOk="0">
                  <a:moveTo>
                    <a:pt x="24097" y="1318"/>
                  </a:moveTo>
                  <a:lnTo>
                    <a:pt x="29463" y="1318"/>
                  </a:lnTo>
                  <a:cubicBezTo>
                    <a:pt x="30219" y="1318"/>
                    <a:pt x="30853" y="1952"/>
                    <a:pt x="30853" y="2708"/>
                  </a:cubicBezTo>
                  <a:lnTo>
                    <a:pt x="30853" y="18805"/>
                  </a:lnTo>
                  <a:cubicBezTo>
                    <a:pt x="30853" y="19561"/>
                    <a:pt x="30219" y="20196"/>
                    <a:pt x="29463" y="20196"/>
                  </a:cubicBezTo>
                  <a:lnTo>
                    <a:pt x="2220" y="20196"/>
                  </a:lnTo>
                  <a:cubicBezTo>
                    <a:pt x="1439" y="20196"/>
                    <a:pt x="829" y="19561"/>
                    <a:pt x="829" y="18805"/>
                  </a:cubicBezTo>
                  <a:lnTo>
                    <a:pt x="829" y="2708"/>
                  </a:lnTo>
                  <a:cubicBezTo>
                    <a:pt x="829" y="1952"/>
                    <a:pt x="1439" y="1318"/>
                    <a:pt x="2220" y="1318"/>
                  </a:cubicBezTo>
                  <a:lnTo>
                    <a:pt x="24073" y="1318"/>
                  </a:lnTo>
                  <a:close/>
                  <a:moveTo>
                    <a:pt x="25" y="21220"/>
                  </a:moveTo>
                  <a:lnTo>
                    <a:pt x="31658" y="21220"/>
                  </a:lnTo>
                  <a:cubicBezTo>
                    <a:pt x="31658" y="21122"/>
                    <a:pt x="31658" y="21000"/>
                    <a:pt x="31658" y="20903"/>
                  </a:cubicBezTo>
                  <a:lnTo>
                    <a:pt x="31658" y="2196"/>
                  </a:lnTo>
                  <a:cubicBezTo>
                    <a:pt x="31658" y="976"/>
                    <a:pt x="30683" y="1"/>
                    <a:pt x="29463" y="1"/>
                  </a:cubicBezTo>
                  <a:lnTo>
                    <a:pt x="2220" y="1"/>
                  </a:lnTo>
                  <a:cubicBezTo>
                    <a:pt x="1000" y="1"/>
                    <a:pt x="0" y="976"/>
                    <a:pt x="0" y="2196"/>
                  </a:cubicBezTo>
                  <a:lnTo>
                    <a:pt x="0" y="20927"/>
                  </a:lnTo>
                  <a:cubicBezTo>
                    <a:pt x="0" y="21025"/>
                    <a:pt x="25" y="21122"/>
                    <a:pt x="25" y="2122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326;p53">
              <a:extLst>
                <a:ext uri="{FF2B5EF4-FFF2-40B4-BE49-F238E27FC236}">
                  <a16:creationId xmlns:a16="http://schemas.microsoft.com/office/drawing/2014/main" id="{8EFF8B28-B0C9-EDC4-E700-35BF1B7AF9E1}"/>
                </a:ext>
              </a:extLst>
            </p:cNvPr>
            <p:cNvSpPr/>
            <p:nvPr/>
          </p:nvSpPr>
          <p:spPr>
            <a:xfrm>
              <a:off x="5251442" y="1706329"/>
              <a:ext cx="840480" cy="254281"/>
            </a:xfrm>
            <a:custGeom>
              <a:avLst/>
              <a:gdLst/>
              <a:ahLst/>
              <a:cxnLst/>
              <a:rect l="l" t="t" r="r" b="b"/>
              <a:pathLst>
                <a:path w="16220" h="4855" extrusionOk="0">
                  <a:moveTo>
                    <a:pt x="16220" y="2440"/>
                  </a:moveTo>
                  <a:lnTo>
                    <a:pt x="16220" y="1"/>
                  </a:lnTo>
                  <a:lnTo>
                    <a:pt x="1" y="1"/>
                  </a:lnTo>
                  <a:lnTo>
                    <a:pt x="1" y="2440"/>
                  </a:lnTo>
                  <a:lnTo>
                    <a:pt x="1" y="4854"/>
                  </a:lnTo>
                  <a:lnTo>
                    <a:pt x="16220" y="48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327;p53">
              <a:extLst>
                <a:ext uri="{FF2B5EF4-FFF2-40B4-BE49-F238E27FC236}">
                  <a16:creationId xmlns:a16="http://schemas.microsoft.com/office/drawing/2014/main" id="{DF0F7897-2253-43C5-4CBE-F858072CCBC9}"/>
                </a:ext>
              </a:extLst>
            </p:cNvPr>
            <p:cNvSpPr/>
            <p:nvPr/>
          </p:nvSpPr>
          <p:spPr>
            <a:xfrm>
              <a:off x="4909035" y="1706329"/>
              <a:ext cx="327383" cy="118839"/>
            </a:xfrm>
            <a:custGeom>
              <a:avLst/>
              <a:gdLst/>
              <a:ahLst/>
              <a:cxnLst/>
              <a:rect l="l" t="t" r="r" b="b"/>
              <a:pathLst>
                <a:path w="6318" h="2269" extrusionOk="0">
                  <a:moveTo>
                    <a:pt x="6317" y="2269"/>
                  </a:moveTo>
                  <a:lnTo>
                    <a:pt x="6317" y="1"/>
                  </a:lnTo>
                  <a:lnTo>
                    <a:pt x="1098" y="1"/>
                  </a:lnTo>
                  <a:cubicBezTo>
                    <a:pt x="805" y="1"/>
                    <a:pt x="512" y="123"/>
                    <a:pt x="317" y="342"/>
                  </a:cubicBezTo>
                  <a:cubicBezTo>
                    <a:pt x="122" y="537"/>
                    <a:pt x="0" y="805"/>
                    <a:pt x="25" y="1098"/>
                  </a:cubicBezTo>
                  <a:lnTo>
                    <a:pt x="25" y="2269"/>
                  </a:lnTo>
                  <a:lnTo>
                    <a:pt x="1195" y="2269"/>
                  </a:lnTo>
                  <a:cubicBezTo>
                    <a:pt x="1220" y="2196"/>
                    <a:pt x="1268" y="2098"/>
                    <a:pt x="1342" y="2049"/>
                  </a:cubicBezTo>
                  <a:cubicBezTo>
                    <a:pt x="1439" y="1927"/>
                    <a:pt x="1585" y="1879"/>
                    <a:pt x="1732" y="1879"/>
                  </a:cubicBezTo>
                  <a:lnTo>
                    <a:pt x="4463" y="1879"/>
                  </a:lnTo>
                  <a:cubicBezTo>
                    <a:pt x="4610" y="1879"/>
                    <a:pt x="4756" y="1927"/>
                    <a:pt x="4854" y="2049"/>
                  </a:cubicBezTo>
                  <a:cubicBezTo>
                    <a:pt x="4927" y="2098"/>
                    <a:pt x="4976" y="2196"/>
                    <a:pt x="5000" y="226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328;p53">
              <a:extLst>
                <a:ext uri="{FF2B5EF4-FFF2-40B4-BE49-F238E27FC236}">
                  <a16:creationId xmlns:a16="http://schemas.microsoft.com/office/drawing/2014/main" id="{32D3DA47-F491-C2B8-30AD-E689CBBF5AC2}"/>
                </a:ext>
              </a:extLst>
            </p:cNvPr>
            <p:cNvSpPr/>
            <p:nvPr/>
          </p:nvSpPr>
          <p:spPr>
            <a:xfrm>
              <a:off x="4910278" y="1841714"/>
              <a:ext cx="326139" cy="118891"/>
            </a:xfrm>
            <a:custGeom>
              <a:avLst/>
              <a:gdLst/>
              <a:ahLst/>
              <a:cxnLst/>
              <a:rect l="l" t="t" r="r" b="b"/>
              <a:pathLst>
                <a:path w="6294" h="2270" extrusionOk="0">
                  <a:moveTo>
                    <a:pt x="6293" y="1"/>
                  </a:moveTo>
                  <a:lnTo>
                    <a:pt x="4976" y="1"/>
                  </a:lnTo>
                  <a:cubicBezTo>
                    <a:pt x="4952" y="74"/>
                    <a:pt x="4903" y="172"/>
                    <a:pt x="4830" y="220"/>
                  </a:cubicBezTo>
                  <a:cubicBezTo>
                    <a:pt x="4732" y="342"/>
                    <a:pt x="4586" y="391"/>
                    <a:pt x="4439" y="391"/>
                  </a:cubicBezTo>
                  <a:lnTo>
                    <a:pt x="1708" y="391"/>
                  </a:lnTo>
                  <a:cubicBezTo>
                    <a:pt x="1561" y="391"/>
                    <a:pt x="1415" y="342"/>
                    <a:pt x="1318" y="220"/>
                  </a:cubicBezTo>
                  <a:cubicBezTo>
                    <a:pt x="1244" y="172"/>
                    <a:pt x="1196" y="74"/>
                    <a:pt x="1171" y="1"/>
                  </a:cubicBezTo>
                  <a:lnTo>
                    <a:pt x="1" y="1"/>
                  </a:lnTo>
                  <a:lnTo>
                    <a:pt x="1" y="2269"/>
                  </a:lnTo>
                  <a:lnTo>
                    <a:pt x="6293" y="2269"/>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329;p53">
              <a:extLst>
                <a:ext uri="{FF2B5EF4-FFF2-40B4-BE49-F238E27FC236}">
                  <a16:creationId xmlns:a16="http://schemas.microsoft.com/office/drawing/2014/main" id="{BD880C13-BA94-218E-EF31-27554DA9AA85}"/>
                </a:ext>
              </a:extLst>
            </p:cNvPr>
            <p:cNvSpPr/>
            <p:nvPr/>
          </p:nvSpPr>
          <p:spPr>
            <a:xfrm>
              <a:off x="4984832" y="1820032"/>
              <a:ext cx="168148" cy="26868"/>
            </a:xfrm>
            <a:custGeom>
              <a:avLst/>
              <a:gdLst/>
              <a:ahLst/>
              <a:cxnLst/>
              <a:rect l="l" t="t" r="r" b="b"/>
              <a:pathLst>
                <a:path w="3245" h="513" extrusionOk="0">
                  <a:moveTo>
                    <a:pt x="3171" y="439"/>
                  </a:moveTo>
                  <a:cubicBezTo>
                    <a:pt x="3220" y="390"/>
                    <a:pt x="3244" y="317"/>
                    <a:pt x="3244" y="269"/>
                  </a:cubicBezTo>
                  <a:lnTo>
                    <a:pt x="3244" y="269"/>
                  </a:lnTo>
                  <a:cubicBezTo>
                    <a:pt x="3244" y="195"/>
                    <a:pt x="3220" y="122"/>
                    <a:pt x="3171" y="73"/>
                  </a:cubicBezTo>
                  <a:cubicBezTo>
                    <a:pt x="3122" y="25"/>
                    <a:pt x="3074" y="0"/>
                    <a:pt x="3000" y="0"/>
                  </a:cubicBezTo>
                  <a:lnTo>
                    <a:pt x="269" y="0"/>
                  </a:lnTo>
                  <a:cubicBezTo>
                    <a:pt x="122" y="0"/>
                    <a:pt x="1" y="122"/>
                    <a:pt x="1" y="244"/>
                  </a:cubicBezTo>
                  <a:cubicBezTo>
                    <a:pt x="1" y="317"/>
                    <a:pt x="25" y="390"/>
                    <a:pt x="74" y="439"/>
                  </a:cubicBezTo>
                  <a:cubicBezTo>
                    <a:pt x="122" y="488"/>
                    <a:pt x="196" y="512"/>
                    <a:pt x="269" y="512"/>
                  </a:cubicBezTo>
                  <a:lnTo>
                    <a:pt x="3000" y="512"/>
                  </a:lnTo>
                  <a:cubicBezTo>
                    <a:pt x="3074" y="512"/>
                    <a:pt x="3122" y="488"/>
                    <a:pt x="3171" y="4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330;p53">
              <a:extLst>
                <a:ext uri="{FF2B5EF4-FFF2-40B4-BE49-F238E27FC236}">
                  <a16:creationId xmlns:a16="http://schemas.microsoft.com/office/drawing/2014/main" id="{1F26B69C-B2B7-FCD6-0EE4-3BD5581CD713}"/>
                </a:ext>
              </a:extLst>
            </p:cNvPr>
            <p:cNvSpPr/>
            <p:nvPr/>
          </p:nvSpPr>
          <p:spPr>
            <a:xfrm>
              <a:off x="6189036" y="1820032"/>
              <a:ext cx="169443" cy="26868"/>
            </a:xfrm>
            <a:custGeom>
              <a:avLst/>
              <a:gdLst/>
              <a:ahLst/>
              <a:cxnLst/>
              <a:rect l="l" t="t" r="r" b="b"/>
              <a:pathLst>
                <a:path w="3270" h="513" extrusionOk="0">
                  <a:moveTo>
                    <a:pt x="99" y="73"/>
                  </a:moveTo>
                  <a:cubicBezTo>
                    <a:pt x="50" y="122"/>
                    <a:pt x="25" y="195"/>
                    <a:pt x="25" y="269"/>
                  </a:cubicBezTo>
                  <a:lnTo>
                    <a:pt x="25" y="269"/>
                  </a:lnTo>
                  <a:cubicBezTo>
                    <a:pt x="1" y="317"/>
                    <a:pt x="50" y="390"/>
                    <a:pt x="99" y="439"/>
                  </a:cubicBezTo>
                  <a:cubicBezTo>
                    <a:pt x="123" y="488"/>
                    <a:pt x="196" y="512"/>
                    <a:pt x="269" y="512"/>
                  </a:cubicBezTo>
                  <a:lnTo>
                    <a:pt x="3001" y="512"/>
                  </a:lnTo>
                  <a:cubicBezTo>
                    <a:pt x="3074" y="512"/>
                    <a:pt x="3147" y="488"/>
                    <a:pt x="3196" y="439"/>
                  </a:cubicBezTo>
                  <a:cubicBezTo>
                    <a:pt x="3220" y="390"/>
                    <a:pt x="3269" y="317"/>
                    <a:pt x="3269" y="244"/>
                  </a:cubicBezTo>
                  <a:cubicBezTo>
                    <a:pt x="3269" y="122"/>
                    <a:pt x="3147" y="0"/>
                    <a:pt x="3001" y="0"/>
                  </a:cubicBezTo>
                  <a:lnTo>
                    <a:pt x="269" y="0"/>
                  </a:lnTo>
                  <a:cubicBezTo>
                    <a:pt x="196" y="0"/>
                    <a:pt x="123" y="25"/>
                    <a:pt x="99" y="7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331;p53">
              <a:extLst>
                <a:ext uri="{FF2B5EF4-FFF2-40B4-BE49-F238E27FC236}">
                  <a16:creationId xmlns:a16="http://schemas.microsoft.com/office/drawing/2014/main" id="{8E01AA04-DE8D-5080-1779-39D8C8FDF7C9}"/>
                </a:ext>
              </a:extLst>
            </p:cNvPr>
            <p:cNvSpPr/>
            <p:nvPr/>
          </p:nvSpPr>
          <p:spPr>
            <a:xfrm>
              <a:off x="6106918" y="1841714"/>
              <a:ext cx="327383" cy="118891"/>
            </a:xfrm>
            <a:custGeom>
              <a:avLst/>
              <a:gdLst/>
              <a:ahLst/>
              <a:cxnLst/>
              <a:rect l="l" t="t" r="r" b="b"/>
              <a:pathLst>
                <a:path w="6318" h="2270" extrusionOk="0">
                  <a:moveTo>
                    <a:pt x="1854" y="391"/>
                  </a:moveTo>
                  <a:cubicBezTo>
                    <a:pt x="1708" y="391"/>
                    <a:pt x="1562" y="342"/>
                    <a:pt x="1464" y="245"/>
                  </a:cubicBezTo>
                  <a:cubicBezTo>
                    <a:pt x="1391" y="172"/>
                    <a:pt x="1342" y="74"/>
                    <a:pt x="1318" y="1"/>
                  </a:cubicBezTo>
                  <a:lnTo>
                    <a:pt x="1" y="1"/>
                  </a:lnTo>
                  <a:lnTo>
                    <a:pt x="1" y="2269"/>
                  </a:lnTo>
                  <a:lnTo>
                    <a:pt x="6318" y="2269"/>
                  </a:lnTo>
                  <a:lnTo>
                    <a:pt x="6318" y="1"/>
                  </a:lnTo>
                  <a:lnTo>
                    <a:pt x="5147" y="1"/>
                  </a:lnTo>
                  <a:cubicBezTo>
                    <a:pt x="5122" y="74"/>
                    <a:pt x="5074" y="172"/>
                    <a:pt x="5001" y="245"/>
                  </a:cubicBezTo>
                  <a:cubicBezTo>
                    <a:pt x="4903" y="342"/>
                    <a:pt x="4757" y="391"/>
                    <a:pt x="4610" y="39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32;p53">
              <a:extLst>
                <a:ext uri="{FF2B5EF4-FFF2-40B4-BE49-F238E27FC236}">
                  <a16:creationId xmlns:a16="http://schemas.microsoft.com/office/drawing/2014/main" id="{AAEA15C4-2D88-5E41-3732-3854D9143B66}"/>
                </a:ext>
              </a:extLst>
            </p:cNvPr>
            <p:cNvSpPr/>
            <p:nvPr/>
          </p:nvSpPr>
          <p:spPr>
            <a:xfrm>
              <a:off x="6106918" y="1706329"/>
              <a:ext cx="327383" cy="118839"/>
            </a:xfrm>
            <a:custGeom>
              <a:avLst/>
              <a:gdLst/>
              <a:ahLst/>
              <a:cxnLst/>
              <a:rect l="l" t="t" r="r" b="b"/>
              <a:pathLst>
                <a:path w="6318" h="2269" extrusionOk="0">
                  <a:moveTo>
                    <a:pt x="1464" y="2049"/>
                  </a:moveTo>
                  <a:cubicBezTo>
                    <a:pt x="1562" y="1927"/>
                    <a:pt x="1708" y="1879"/>
                    <a:pt x="1854" y="1879"/>
                  </a:cubicBezTo>
                  <a:lnTo>
                    <a:pt x="4586" y="1879"/>
                  </a:lnTo>
                  <a:cubicBezTo>
                    <a:pt x="4732" y="1879"/>
                    <a:pt x="4879" y="1927"/>
                    <a:pt x="4976" y="2049"/>
                  </a:cubicBezTo>
                  <a:cubicBezTo>
                    <a:pt x="5049" y="2098"/>
                    <a:pt x="5098" y="2196"/>
                    <a:pt x="5122" y="2269"/>
                  </a:cubicBezTo>
                  <a:lnTo>
                    <a:pt x="6318" y="2269"/>
                  </a:lnTo>
                  <a:lnTo>
                    <a:pt x="6318" y="1098"/>
                  </a:lnTo>
                  <a:cubicBezTo>
                    <a:pt x="6318" y="488"/>
                    <a:pt x="5830" y="25"/>
                    <a:pt x="5244" y="1"/>
                  </a:cubicBezTo>
                  <a:lnTo>
                    <a:pt x="1" y="1"/>
                  </a:lnTo>
                  <a:lnTo>
                    <a:pt x="1" y="2269"/>
                  </a:lnTo>
                  <a:lnTo>
                    <a:pt x="1318" y="2269"/>
                  </a:lnTo>
                  <a:cubicBezTo>
                    <a:pt x="1342" y="2196"/>
                    <a:pt x="1391" y="2098"/>
                    <a:pt x="1464" y="204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333;p53">
              <a:extLst>
                <a:ext uri="{FF2B5EF4-FFF2-40B4-BE49-F238E27FC236}">
                  <a16:creationId xmlns:a16="http://schemas.microsoft.com/office/drawing/2014/main" id="{FD8049BA-6BD8-3102-2076-52712716B72F}"/>
                </a:ext>
              </a:extLst>
            </p:cNvPr>
            <p:cNvSpPr/>
            <p:nvPr/>
          </p:nvSpPr>
          <p:spPr>
            <a:xfrm>
              <a:off x="4909035" y="1975843"/>
              <a:ext cx="1525455" cy="688574"/>
            </a:xfrm>
            <a:custGeom>
              <a:avLst/>
              <a:gdLst/>
              <a:ahLst/>
              <a:cxnLst/>
              <a:rect l="l" t="t" r="r" b="b"/>
              <a:pathLst>
                <a:path w="29439" h="13147" extrusionOk="0">
                  <a:moveTo>
                    <a:pt x="29439" y="1"/>
                  </a:moveTo>
                  <a:lnTo>
                    <a:pt x="0" y="1"/>
                  </a:lnTo>
                  <a:lnTo>
                    <a:pt x="0" y="12049"/>
                  </a:lnTo>
                  <a:cubicBezTo>
                    <a:pt x="0" y="12659"/>
                    <a:pt x="488" y="13147"/>
                    <a:pt x="1098" y="13147"/>
                  </a:cubicBezTo>
                  <a:lnTo>
                    <a:pt x="28341" y="13147"/>
                  </a:lnTo>
                  <a:cubicBezTo>
                    <a:pt x="28634" y="13147"/>
                    <a:pt x="28902" y="13025"/>
                    <a:pt x="29121" y="12830"/>
                  </a:cubicBezTo>
                  <a:cubicBezTo>
                    <a:pt x="29317" y="12635"/>
                    <a:pt x="29439" y="12366"/>
                    <a:pt x="29439" y="1207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334;p53">
              <a:extLst>
                <a:ext uri="{FF2B5EF4-FFF2-40B4-BE49-F238E27FC236}">
                  <a16:creationId xmlns:a16="http://schemas.microsoft.com/office/drawing/2014/main" id="{2EA9A09E-D2F7-E5EB-5BFA-5E61389B428D}"/>
                </a:ext>
              </a:extLst>
            </p:cNvPr>
            <p:cNvSpPr/>
            <p:nvPr/>
          </p:nvSpPr>
          <p:spPr>
            <a:xfrm>
              <a:off x="4857225" y="2753798"/>
              <a:ext cx="1629090" cy="80500"/>
            </a:xfrm>
            <a:custGeom>
              <a:avLst/>
              <a:gdLst/>
              <a:ahLst/>
              <a:cxnLst/>
              <a:rect l="l" t="t" r="r" b="b"/>
              <a:pathLst>
                <a:path w="31439" h="1537" extrusionOk="0">
                  <a:moveTo>
                    <a:pt x="31439" y="0"/>
                  </a:moveTo>
                  <a:lnTo>
                    <a:pt x="0" y="0"/>
                  </a:lnTo>
                  <a:cubicBezTo>
                    <a:pt x="293" y="903"/>
                    <a:pt x="1147" y="1537"/>
                    <a:pt x="2098" y="1537"/>
                  </a:cubicBezTo>
                  <a:lnTo>
                    <a:pt x="29341" y="1537"/>
                  </a:lnTo>
                  <a:cubicBezTo>
                    <a:pt x="29926" y="1537"/>
                    <a:pt x="30487" y="1293"/>
                    <a:pt x="30902" y="878"/>
                  </a:cubicBezTo>
                  <a:cubicBezTo>
                    <a:pt x="31146" y="634"/>
                    <a:pt x="31317" y="342"/>
                    <a:pt x="31439" y="25"/>
                  </a:cubicBezTo>
                  <a:close/>
                  <a:moveTo>
                    <a:pt x="23975" y="756"/>
                  </a:moveTo>
                  <a:cubicBezTo>
                    <a:pt x="23951" y="464"/>
                    <a:pt x="24317" y="293"/>
                    <a:pt x="24512" y="512"/>
                  </a:cubicBezTo>
                  <a:cubicBezTo>
                    <a:pt x="24731" y="707"/>
                    <a:pt x="24585" y="1049"/>
                    <a:pt x="24292" y="1049"/>
                  </a:cubicBezTo>
                  <a:cubicBezTo>
                    <a:pt x="24122" y="1073"/>
                    <a:pt x="23975" y="927"/>
                    <a:pt x="23975" y="756"/>
                  </a:cubicBezTo>
                  <a:close/>
                  <a:moveTo>
                    <a:pt x="25244" y="756"/>
                  </a:moveTo>
                  <a:cubicBezTo>
                    <a:pt x="25244" y="488"/>
                    <a:pt x="25561" y="342"/>
                    <a:pt x="25756" y="537"/>
                  </a:cubicBezTo>
                  <a:cubicBezTo>
                    <a:pt x="25951" y="732"/>
                    <a:pt x="25805" y="1049"/>
                    <a:pt x="25536" y="1049"/>
                  </a:cubicBezTo>
                  <a:cubicBezTo>
                    <a:pt x="25365" y="1049"/>
                    <a:pt x="25244" y="927"/>
                    <a:pt x="25244" y="756"/>
                  </a:cubicBezTo>
                  <a:close/>
                  <a:moveTo>
                    <a:pt x="26487" y="756"/>
                  </a:moveTo>
                  <a:cubicBezTo>
                    <a:pt x="26487" y="488"/>
                    <a:pt x="26829" y="342"/>
                    <a:pt x="27000" y="537"/>
                  </a:cubicBezTo>
                  <a:cubicBezTo>
                    <a:pt x="27195" y="732"/>
                    <a:pt x="27073" y="1049"/>
                    <a:pt x="26804" y="1049"/>
                  </a:cubicBezTo>
                  <a:cubicBezTo>
                    <a:pt x="26634" y="1049"/>
                    <a:pt x="26487" y="927"/>
                    <a:pt x="26487" y="756"/>
                  </a:cubicBezTo>
                  <a:close/>
                  <a:moveTo>
                    <a:pt x="27756" y="756"/>
                  </a:moveTo>
                  <a:cubicBezTo>
                    <a:pt x="27756" y="317"/>
                    <a:pt x="28390" y="317"/>
                    <a:pt x="28390" y="756"/>
                  </a:cubicBezTo>
                  <a:cubicBezTo>
                    <a:pt x="28390" y="1171"/>
                    <a:pt x="27756" y="1171"/>
                    <a:pt x="27756" y="75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335;p53">
              <a:extLst>
                <a:ext uri="{FF2B5EF4-FFF2-40B4-BE49-F238E27FC236}">
                  <a16:creationId xmlns:a16="http://schemas.microsoft.com/office/drawing/2014/main" id="{AB1C0E96-AC4D-1E87-B362-C6208DE54E9C}"/>
                </a:ext>
              </a:extLst>
            </p:cNvPr>
            <p:cNvSpPr/>
            <p:nvPr/>
          </p:nvSpPr>
          <p:spPr>
            <a:xfrm>
              <a:off x="4830699" y="1600325"/>
              <a:ext cx="1682152" cy="1253177"/>
            </a:xfrm>
            <a:custGeom>
              <a:avLst/>
              <a:gdLst/>
              <a:ahLst/>
              <a:cxnLst/>
              <a:rect l="l" t="t" r="r" b="b"/>
              <a:pathLst>
                <a:path w="32463" h="23927" extrusionOk="0">
                  <a:moveTo>
                    <a:pt x="2610" y="0"/>
                  </a:moveTo>
                  <a:lnTo>
                    <a:pt x="29853" y="0"/>
                  </a:lnTo>
                  <a:cubicBezTo>
                    <a:pt x="31292" y="25"/>
                    <a:pt x="32438" y="1171"/>
                    <a:pt x="32463" y="2610"/>
                  </a:cubicBezTo>
                  <a:lnTo>
                    <a:pt x="32463" y="21341"/>
                  </a:lnTo>
                  <a:cubicBezTo>
                    <a:pt x="32463" y="21512"/>
                    <a:pt x="32438" y="21683"/>
                    <a:pt x="32390" y="21853"/>
                  </a:cubicBezTo>
                  <a:lnTo>
                    <a:pt x="32390" y="21853"/>
                  </a:lnTo>
                  <a:cubicBezTo>
                    <a:pt x="32146" y="23073"/>
                    <a:pt x="31073" y="23927"/>
                    <a:pt x="29853" y="23927"/>
                  </a:cubicBezTo>
                  <a:lnTo>
                    <a:pt x="2610" y="23927"/>
                  </a:lnTo>
                  <a:cubicBezTo>
                    <a:pt x="1366" y="23927"/>
                    <a:pt x="317" y="23073"/>
                    <a:pt x="49" y="21853"/>
                  </a:cubicBezTo>
                  <a:lnTo>
                    <a:pt x="49" y="21853"/>
                  </a:lnTo>
                  <a:cubicBezTo>
                    <a:pt x="24" y="21683"/>
                    <a:pt x="0" y="21512"/>
                    <a:pt x="0" y="21341"/>
                  </a:cubicBezTo>
                  <a:lnTo>
                    <a:pt x="0" y="2610"/>
                  </a:lnTo>
                  <a:cubicBezTo>
                    <a:pt x="0" y="1171"/>
                    <a:pt x="1171" y="25"/>
                    <a:pt x="2610" y="0"/>
                  </a:cubicBezTo>
                  <a:close/>
                  <a:moveTo>
                    <a:pt x="28585" y="22463"/>
                  </a:moveTo>
                  <a:cubicBezTo>
                    <a:pt x="28146" y="22463"/>
                    <a:pt x="28146" y="23097"/>
                    <a:pt x="28585" y="23097"/>
                  </a:cubicBezTo>
                  <a:cubicBezTo>
                    <a:pt x="28999" y="23097"/>
                    <a:pt x="28999" y="22463"/>
                    <a:pt x="28585" y="22463"/>
                  </a:cubicBezTo>
                  <a:close/>
                  <a:moveTo>
                    <a:pt x="27316" y="22463"/>
                  </a:moveTo>
                  <a:cubicBezTo>
                    <a:pt x="27048" y="22463"/>
                    <a:pt x="26902" y="22780"/>
                    <a:pt x="27097" y="22975"/>
                  </a:cubicBezTo>
                  <a:cubicBezTo>
                    <a:pt x="27268" y="23170"/>
                    <a:pt x="27609" y="23048"/>
                    <a:pt x="27609" y="22780"/>
                  </a:cubicBezTo>
                  <a:cubicBezTo>
                    <a:pt x="27634" y="22609"/>
                    <a:pt x="27487" y="22463"/>
                    <a:pt x="27316" y="22463"/>
                  </a:cubicBezTo>
                  <a:close/>
                  <a:moveTo>
                    <a:pt x="26048" y="22463"/>
                  </a:moveTo>
                  <a:cubicBezTo>
                    <a:pt x="25780" y="22463"/>
                    <a:pt x="25658" y="22780"/>
                    <a:pt x="25829" y="22975"/>
                  </a:cubicBezTo>
                  <a:cubicBezTo>
                    <a:pt x="26024" y="23170"/>
                    <a:pt x="26341" y="23048"/>
                    <a:pt x="26365" y="22780"/>
                  </a:cubicBezTo>
                  <a:cubicBezTo>
                    <a:pt x="26365" y="22609"/>
                    <a:pt x="26243" y="22463"/>
                    <a:pt x="26048" y="22463"/>
                  </a:cubicBezTo>
                  <a:close/>
                  <a:moveTo>
                    <a:pt x="24804" y="22463"/>
                  </a:moveTo>
                  <a:cubicBezTo>
                    <a:pt x="24536" y="22463"/>
                    <a:pt x="24390" y="22780"/>
                    <a:pt x="24585" y="22975"/>
                  </a:cubicBezTo>
                  <a:cubicBezTo>
                    <a:pt x="24756" y="23170"/>
                    <a:pt x="25097" y="23048"/>
                    <a:pt x="25097" y="22780"/>
                  </a:cubicBezTo>
                  <a:cubicBezTo>
                    <a:pt x="25121" y="22609"/>
                    <a:pt x="24975" y="22463"/>
                    <a:pt x="24804" y="22463"/>
                  </a:cubicBezTo>
                  <a:close/>
                  <a:moveTo>
                    <a:pt x="415" y="21634"/>
                  </a:moveTo>
                  <a:lnTo>
                    <a:pt x="32024" y="21634"/>
                  </a:lnTo>
                  <a:cubicBezTo>
                    <a:pt x="32048" y="21536"/>
                    <a:pt x="32048" y="21414"/>
                    <a:pt x="32048" y="21317"/>
                  </a:cubicBezTo>
                  <a:lnTo>
                    <a:pt x="32048" y="2610"/>
                  </a:lnTo>
                  <a:cubicBezTo>
                    <a:pt x="32048" y="1390"/>
                    <a:pt x="31048" y="415"/>
                    <a:pt x="29853" y="415"/>
                  </a:cubicBezTo>
                  <a:lnTo>
                    <a:pt x="2610" y="415"/>
                  </a:lnTo>
                  <a:cubicBezTo>
                    <a:pt x="1390" y="415"/>
                    <a:pt x="390" y="1390"/>
                    <a:pt x="390" y="2610"/>
                  </a:cubicBezTo>
                  <a:lnTo>
                    <a:pt x="390" y="21341"/>
                  </a:lnTo>
                  <a:cubicBezTo>
                    <a:pt x="390" y="21439"/>
                    <a:pt x="390" y="21536"/>
                    <a:pt x="415" y="21634"/>
                  </a:cubicBezTo>
                  <a:close/>
                  <a:moveTo>
                    <a:pt x="31926" y="22024"/>
                  </a:moveTo>
                  <a:lnTo>
                    <a:pt x="512" y="22024"/>
                  </a:lnTo>
                  <a:cubicBezTo>
                    <a:pt x="805" y="22927"/>
                    <a:pt x="1659" y="23561"/>
                    <a:pt x="2610" y="23561"/>
                  </a:cubicBezTo>
                  <a:lnTo>
                    <a:pt x="29853" y="23561"/>
                  </a:lnTo>
                  <a:cubicBezTo>
                    <a:pt x="30438" y="23561"/>
                    <a:pt x="30999" y="23317"/>
                    <a:pt x="31414" y="22902"/>
                  </a:cubicBezTo>
                  <a:cubicBezTo>
                    <a:pt x="31658" y="22658"/>
                    <a:pt x="31829" y="22366"/>
                    <a:pt x="31951" y="22049"/>
                  </a:cubicBezTo>
                  <a:close/>
                  <a:moveTo>
                    <a:pt x="24609" y="4293"/>
                  </a:moveTo>
                  <a:lnTo>
                    <a:pt x="25951" y="4293"/>
                  </a:lnTo>
                  <a:cubicBezTo>
                    <a:pt x="25975" y="4220"/>
                    <a:pt x="26024" y="4122"/>
                    <a:pt x="26097" y="4073"/>
                  </a:cubicBezTo>
                  <a:cubicBezTo>
                    <a:pt x="26195" y="3951"/>
                    <a:pt x="26317" y="3903"/>
                    <a:pt x="26463" y="3903"/>
                  </a:cubicBezTo>
                  <a:lnTo>
                    <a:pt x="29219" y="3903"/>
                  </a:lnTo>
                  <a:cubicBezTo>
                    <a:pt x="29365" y="3903"/>
                    <a:pt x="29512" y="3951"/>
                    <a:pt x="29609" y="4073"/>
                  </a:cubicBezTo>
                  <a:cubicBezTo>
                    <a:pt x="29682" y="4122"/>
                    <a:pt x="29731" y="4220"/>
                    <a:pt x="29755" y="4293"/>
                  </a:cubicBezTo>
                  <a:lnTo>
                    <a:pt x="30951" y="4293"/>
                  </a:lnTo>
                  <a:lnTo>
                    <a:pt x="30951" y="3122"/>
                  </a:lnTo>
                  <a:cubicBezTo>
                    <a:pt x="30951" y="2512"/>
                    <a:pt x="30463" y="2049"/>
                    <a:pt x="29877" y="2025"/>
                  </a:cubicBezTo>
                  <a:lnTo>
                    <a:pt x="24634" y="2025"/>
                  </a:lnTo>
                  <a:lnTo>
                    <a:pt x="24634" y="4293"/>
                  </a:lnTo>
                  <a:close/>
                  <a:moveTo>
                    <a:pt x="25951" y="4610"/>
                  </a:moveTo>
                  <a:lnTo>
                    <a:pt x="24609" y="4610"/>
                  </a:lnTo>
                  <a:lnTo>
                    <a:pt x="24609" y="6878"/>
                  </a:lnTo>
                  <a:lnTo>
                    <a:pt x="30951" y="6878"/>
                  </a:lnTo>
                  <a:lnTo>
                    <a:pt x="30951" y="4610"/>
                  </a:lnTo>
                  <a:lnTo>
                    <a:pt x="29780" y="4610"/>
                  </a:lnTo>
                  <a:cubicBezTo>
                    <a:pt x="29755" y="4707"/>
                    <a:pt x="29707" y="4781"/>
                    <a:pt x="29634" y="4854"/>
                  </a:cubicBezTo>
                  <a:cubicBezTo>
                    <a:pt x="29536" y="4951"/>
                    <a:pt x="29390" y="5000"/>
                    <a:pt x="29243" y="5000"/>
                  </a:cubicBezTo>
                  <a:lnTo>
                    <a:pt x="26512" y="5000"/>
                  </a:lnTo>
                  <a:cubicBezTo>
                    <a:pt x="26365" y="5000"/>
                    <a:pt x="26219" y="4951"/>
                    <a:pt x="26121" y="4854"/>
                  </a:cubicBezTo>
                  <a:cubicBezTo>
                    <a:pt x="26048" y="4781"/>
                    <a:pt x="25999" y="4707"/>
                    <a:pt x="25975" y="4610"/>
                  </a:cubicBezTo>
                  <a:close/>
                  <a:moveTo>
                    <a:pt x="24317" y="6878"/>
                  </a:moveTo>
                  <a:lnTo>
                    <a:pt x="24317" y="2025"/>
                  </a:lnTo>
                  <a:lnTo>
                    <a:pt x="8122" y="2025"/>
                  </a:lnTo>
                  <a:lnTo>
                    <a:pt x="8122" y="6878"/>
                  </a:lnTo>
                  <a:close/>
                  <a:moveTo>
                    <a:pt x="29219" y="4220"/>
                  </a:moveTo>
                  <a:lnTo>
                    <a:pt x="26487" y="4220"/>
                  </a:lnTo>
                  <a:cubicBezTo>
                    <a:pt x="26414" y="4220"/>
                    <a:pt x="26341" y="4244"/>
                    <a:pt x="26317" y="4293"/>
                  </a:cubicBezTo>
                  <a:cubicBezTo>
                    <a:pt x="26268" y="4317"/>
                    <a:pt x="26243" y="4390"/>
                    <a:pt x="26243" y="4464"/>
                  </a:cubicBezTo>
                  <a:lnTo>
                    <a:pt x="26243" y="4464"/>
                  </a:lnTo>
                  <a:cubicBezTo>
                    <a:pt x="26219" y="4512"/>
                    <a:pt x="26268" y="4585"/>
                    <a:pt x="26317" y="4634"/>
                  </a:cubicBezTo>
                  <a:cubicBezTo>
                    <a:pt x="26341" y="4683"/>
                    <a:pt x="26414" y="4707"/>
                    <a:pt x="26487" y="4707"/>
                  </a:cubicBezTo>
                  <a:lnTo>
                    <a:pt x="29219" y="4707"/>
                  </a:lnTo>
                  <a:cubicBezTo>
                    <a:pt x="29292" y="4707"/>
                    <a:pt x="29365" y="4683"/>
                    <a:pt x="29414" y="4634"/>
                  </a:cubicBezTo>
                  <a:cubicBezTo>
                    <a:pt x="29438" y="4585"/>
                    <a:pt x="29487" y="4512"/>
                    <a:pt x="29487" y="4464"/>
                  </a:cubicBezTo>
                  <a:lnTo>
                    <a:pt x="29487" y="4464"/>
                  </a:lnTo>
                  <a:cubicBezTo>
                    <a:pt x="29487" y="4317"/>
                    <a:pt x="29365" y="4195"/>
                    <a:pt x="29219" y="4195"/>
                  </a:cubicBezTo>
                  <a:close/>
                  <a:moveTo>
                    <a:pt x="7829" y="4610"/>
                  </a:moveTo>
                  <a:lnTo>
                    <a:pt x="6488" y="4610"/>
                  </a:lnTo>
                  <a:cubicBezTo>
                    <a:pt x="6463" y="4707"/>
                    <a:pt x="6414" y="4781"/>
                    <a:pt x="6366" y="4854"/>
                  </a:cubicBezTo>
                  <a:cubicBezTo>
                    <a:pt x="6244" y="4951"/>
                    <a:pt x="6122" y="5000"/>
                    <a:pt x="5975" y="5000"/>
                  </a:cubicBezTo>
                  <a:lnTo>
                    <a:pt x="3219" y="5000"/>
                  </a:lnTo>
                  <a:cubicBezTo>
                    <a:pt x="3073" y="5000"/>
                    <a:pt x="2927" y="4951"/>
                    <a:pt x="2829" y="4854"/>
                  </a:cubicBezTo>
                  <a:cubicBezTo>
                    <a:pt x="2780" y="4781"/>
                    <a:pt x="2707" y="4707"/>
                    <a:pt x="2683" y="4610"/>
                  </a:cubicBezTo>
                  <a:lnTo>
                    <a:pt x="1512" y="4610"/>
                  </a:lnTo>
                  <a:lnTo>
                    <a:pt x="1512" y="6878"/>
                  </a:lnTo>
                  <a:lnTo>
                    <a:pt x="7829" y="6878"/>
                  </a:lnTo>
                  <a:lnTo>
                    <a:pt x="7829" y="4610"/>
                  </a:lnTo>
                  <a:close/>
                  <a:moveTo>
                    <a:pt x="6488" y="4293"/>
                  </a:moveTo>
                  <a:lnTo>
                    <a:pt x="7829" y="4293"/>
                  </a:lnTo>
                  <a:lnTo>
                    <a:pt x="7829" y="2025"/>
                  </a:lnTo>
                  <a:lnTo>
                    <a:pt x="2610" y="2025"/>
                  </a:lnTo>
                  <a:cubicBezTo>
                    <a:pt x="2317" y="2025"/>
                    <a:pt x="2024" y="2147"/>
                    <a:pt x="1829" y="2366"/>
                  </a:cubicBezTo>
                  <a:cubicBezTo>
                    <a:pt x="1634" y="2561"/>
                    <a:pt x="1512" y="2829"/>
                    <a:pt x="1537" y="3122"/>
                  </a:cubicBezTo>
                  <a:lnTo>
                    <a:pt x="1537" y="4293"/>
                  </a:lnTo>
                  <a:lnTo>
                    <a:pt x="2707" y="4293"/>
                  </a:lnTo>
                  <a:cubicBezTo>
                    <a:pt x="2732" y="4220"/>
                    <a:pt x="2780" y="4122"/>
                    <a:pt x="2854" y="4073"/>
                  </a:cubicBezTo>
                  <a:cubicBezTo>
                    <a:pt x="2951" y="3951"/>
                    <a:pt x="3097" y="3903"/>
                    <a:pt x="3244" y="3903"/>
                  </a:cubicBezTo>
                  <a:lnTo>
                    <a:pt x="5975" y="3903"/>
                  </a:lnTo>
                  <a:cubicBezTo>
                    <a:pt x="6122" y="3903"/>
                    <a:pt x="6268" y="3951"/>
                    <a:pt x="6366" y="4073"/>
                  </a:cubicBezTo>
                  <a:cubicBezTo>
                    <a:pt x="6439" y="4122"/>
                    <a:pt x="6488" y="4220"/>
                    <a:pt x="6512" y="4293"/>
                  </a:cubicBezTo>
                  <a:close/>
                  <a:moveTo>
                    <a:pt x="5975" y="4195"/>
                  </a:moveTo>
                  <a:lnTo>
                    <a:pt x="3219" y="4195"/>
                  </a:lnTo>
                  <a:cubicBezTo>
                    <a:pt x="3073" y="4195"/>
                    <a:pt x="2976" y="4317"/>
                    <a:pt x="2976" y="4439"/>
                  </a:cubicBezTo>
                  <a:lnTo>
                    <a:pt x="2976" y="4439"/>
                  </a:lnTo>
                  <a:cubicBezTo>
                    <a:pt x="2976" y="4512"/>
                    <a:pt x="3000" y="4585"/>
                    <a:pt x="3049" y="4634"/>
                  </a:cubicBezTo>
                  <a:cubicBezTo>
                    <a:pt x="3097" y="4683"/>
                    <a:pt x="3146" y="4707"/>
                    <a:pt x="3219" y="4707"/>
                  </a:cubicBezTo>
                  <a:lnTo>
                    <a:pt x="5975" y="4707"/>
                  </a:lnTo>
                  <a:cubicBezTo>
                    <a:pt x="6024" y="4707"/>
                    <a:pt x="6097" y="4683"/>
                    <a:pt x="6146" y="4634"/>
                  </a:cubicBezTo>
                  <a:cubicBezTo>
                    <a:pt x="6195" y="4585"/>
                    <a:pt x="6219" y="4512"/>
                    <a:pt x="6219" y="4464"/>
                  </a:cubicBezTo>
                  <a:lnTo>
                    <a:pt x="6219" y="4464"/>
                  </a:lnTo>
                  <a:cubicBezTo>
                    <a:pt x="6219" y="4390"/>
                    <a:pt x="6195" y="4317"/>
                    <a:pt x="6146" y="4268"/>
                  </a:cubicBezTo>
                  <a:cubicBezTo>
                    <a:pt x="6097" y="4220"/>
                    <a:pt x="6024" y="4195"/>
                    <a:pt x="5975" y="4195"/>
                  </a:cubicBezTo>
                  <a:close/>
                  <a:moveTo>
                    <a:pt x="30951" y="7171"/>
                  </a:moveTo>
                  <a:lnTo>
                    <a:pt x="1512" y="7171"/>
                  </a:lnTo>
                  <a:lnTo>
                    <a:pt x="1512" y="19219"/>
                  </a:lnTo>
                  <a:cubicBezTo>
                    <a:pt x="1512" y="19829"/>
                    <a:pt x="2000" y="20317"/>
                    <a:pt x="2610" y="20317"/>
                  </a:cubicBezTo>
                  <a:lnTo>
                    <a:pt x="29853" y="20317"/>
                  </a:lnTo>
                  <a:cubicBezTo>
                    <a:pt x="30146" y="20317"/>
                    <a:pt x="30414" y="20195"/>
                    <a:pt x="30633" y="20000"/>
                  </a:cubicBezTo>
                  <a:cubicBezTo>
                    <a:pt x="30829" y="19805"/>
                    <a:pt x="30951" y="19536"/>
                    <a:pt x="30951" y="19244"/>
                  </a:cubicBezTo>
                  <a:lnTo>
                    <a:pt x="30951" y="7171"/>
                  </a:lnTo>
                  <a:close/>
                  <a:moveTo>
                    <a:pt x="1634" y="2147"/>
                  </a:moveTo>
                  <a:cubicBezTo>
                    <a:pt x="1390" y="2390"/>
                    <a:pt x="1244" y="2756"/>
                    <a:pt x="1244" y="3122"/>
                  </a:cubicBezTo>
                  <a:lnTo>
                    <a:pt x="1244" y="19219"/>
                  </a:lnTo>
                  <a:cubicBezTo>
                    <a:pt x="1244" y="19975"/>
                    <a:pt x="1854" y="20610"/>
                    <a:pt x="2610" y="20610"/>
                  </a:cubicBezTo>
                  <a:lnTo>
                    <a:pt x="29877" y="20610"/>
                  </a:lnTo>
                  <a:cubicBezTo>
                    <a:pt x="30633" y="20610"/>
                    <a:pt x="31243" y="19975"/>
                    <a:pt x="31243" y="19219"/>
                  </a:cubicBezTo>
                  <a:lnTo>
                    <a:pt x="31243" y="3122"/>
                  </a:lnTo>
                  <a:cubicBezTo>
                    <a:pt x="31243" y="2366"/>
                    <a:pt x="30633" y="1732"/>
                    <a:pt x="29877" y="1732"/>
                  </a:cubicBezTo>
                  <a:lnTo>
                    <a:pt x="2610" y="1732"/>
                  </a:lnTo>
                  <a:cubicBezTo>
                    <a:pt x="2244" y="1732"/>
                    <a:pt x="1878" y="1878"/>
                    <a:pt x="1634" y="2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336;p53">
              <a:extLst>
                <a:ext uri="{FF2B5EF4-FFF2-40B4-BE49-F238E27FC236}">
                  <a16:creationId xmlns:a16="http://schemas.microsoft.com/office/drawing/2014/main" id="{2AB02095-B9E5-3C1B-1A12-554AACC41CA2}"/>
                </a:ext>
              </a:extLst>
            </p:cNvPr>
            <p:cNvSpPr/>
            <p:nvPr/>
          </p:nvSpPr>
          <p:spPr>
            <a:xfrm>
              <a:off x="5571158" y="1735710"/>
              <a:ext cx="441122" cy="20479"/>
            </a:xfrm>
            <a:custGeom>
              <a:avLst/>
              <a:gdLst/>
              <a:ahLst/>
              <a:cxnLst/>
              <a:rect l="l" t="t" r="r" b="b"/>
              <a:pathLst>
                <a:path w="8513" h="391" extrusionOk="0">
                  <a:moveTo>
                    <a:pt x="195" y="391"/>
                  </a:moveTo>
                  <a:cubicBezTo>
                    <a:pt x="98" y="391"/>
                    <a:pt x="0" y="293"/>
                    <a:pt x="0" y="196"/>
                  </a:cubicBezTo>
                  <a:cubicBezTo>
                    <a:pt x="0" y="74"/>
                    <a:pt x="98" y="1"/>
                    <a:pt x="195" y="1"/>
                  </a:cubicBezTo>
                  <a:lnTo>
                    <a:pt x="7366" y="1"/>
                  </a:lnTo>
                  <a:cubicBezTo>
                    <a:pt x="7464" y="1"/>
                    <a:pt x="7561" y="74"/>
                    <a:pt x="7561" y="196"/>
                  </a:cubicBezTo>
                  <a:cubicBezTo>
                    <a:pt x="7561" y="293"/>
                    <a:pt x="7464" y="391"/>
                    <a:pt x="7366" y="391"/>
                  </a:cubicBezTo>
                  <a:close/>
                  <a:moveTo>
                    <a:pt x="8000" y="391"/>
                  </a:moveTo>
                  <a:cubicBezTo>
                    <a:pt x="7903" y="391"/>
                    <a:pt x="7805" y="293"/>
                    <a:pt x="7805" y="196"/>
                  </a:cubicBezTo>
                  <a:cubicBezTo>
                    <a:pt x="7805" y="74"/>
                    <a:pt x="7903" y="1"/>
                    <a:pt x="8000" y="1"/>
                  </a:cubicBezTo>
                  <a:lnTo>
                    <a:pt x="8317" y="1"/>
                  </a:lnTo>
                  <a:cubicBezTo>
                    <a:pt x="8415" y="1"/>
                    <a:pt x="8512" y="74"/>
                    <a:pt x="8512" y="196"/>
                  </a:cubicBezTo>
                  <a:cubicBezTo>
                    <a:pt x="8512" y="293"/>
                    <a:pt x="8415" y="391"/>
                    <a:pt x="8317" y="39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37;p53">
              <a:extLst>
                <a:ext uri="{FF2B5EF4-FFF2-40B4-BE49-F238E27FC236}">
                  <a16:creationId xmlns:a16="http://schemas.microsoft.com/office/drawing/2014/main" id="{A7160711-6A58-9D49-E4DE-F00C6CD4A746}"/>
                </a:ext>
              </a:extLst>
            </p:cNvPr>
            <p:cNvSpPr/>
            <p:nvPr/>
          </p:nvSpPr>
          <p:spPr>
            <a:xfrm>
              <a:off x="5945169" y="2003967"/>
              <a:ext cx="441122" cy="21736"/>
            </a:xfrm>
            <a:custGeom>
              <a:avLst/>
              <a:gdLst/>
              <a:ahLst/>
              <a:cxnLst/>
              <a:rect l="l" t="t" r="r" b="b"/>
              <a:pathLst>
                <a:path w="8513" h="415" extrusionOk="0">
                  <a:moveTo>
                    <a:pt x="196" y="415"/>
                  </a:moveTo>
                  <a:cubicBezTo>
                    <a:pt x="74" y="415"/>
                    <a:pt x="1" y="317"/>
                    <a:pt x="1" y="195"/>
                  </a:cubicBezTo>
                  <a:cubicBezTo>
                    <a:pt x="1" y="98"/>
                    <a:pt x="74" y="0"/>
                    <a:pt x="196" y="0"/>
                  </a:cubicBezTo>
                  <a:lnTo>
                    <a:pt x="7366" y="0"/>
                  </a:lnTo>
                  <a:cubicBezTo>
                    <a:pt x="7464" y="0"/>
                    <a:pt x="7562" y="98"/>
                    <a:pt x="7562" y="195"/>
                  </a:cubicBezTo>
                  <a:cubicBezTo>
                    <a:pt x="7562" y="317"/>
                    <a:pt x="7464" y="415"/>
                    <a:pt x="7366" y="415"/>
                  </a:cubicBezTo>
                  <a:close/>
                  <a:moveTo>
                    <a:pt x="8001" y="415"/>
                  </a:moveTo>
                  <a:cubicBezTo>
                    <a:pt x="7879" y="415"/>
                    <a:pt x="7805" y="317"/>
                    <a:pt x="7805" y="195"/>
                  </a:cubicBezTo>
                  <a:cubicBezTo>
                    <a:pt x="7805" y="98"/>
                    <a:pt x="7879" y="0"/>
                    <a:pt x="8001" y="0"/>
                  </a:cubicBezTo>
                  <a:lnTo>
                    <a:pt x="8293" y="0"/>
                  </a:lnTo>
                  <a:cubicBezTo>
                    <a:pt x="8415" y="0"/>
                    <a:pt x="8513" y="98"/>
                    <a:pt x="8513" y="195"/>
                  </a:cubicBezTo>
                  <a:cubicBezTo>
                    <a:pt x="8513" y="317"/>
                    <a:pt x="8415" y="415"/>
                    <a:pt x="8293" y="41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38;p53">
              <a:extLst>
                <a:ext uri="{FF2B5EF4-FFF2-40B4-BE49-F238E27FC236}">
                  <a16:creationId xmlns:a16="http://schemas.microsoft.com/office/drawing/2014/main" id="{A5815304-ADC6-CF99-043F-ED5915180360}"/>
                </a:ext>
              </a:extLst>
            </p:cNvPr>
            <p:cNvSpPr/>
            <p:nvPr/>
          </p:nvSpPr>
          <p:spPr>
            <a:xfrm>
              <a:off x="4912817" y="1975843"/>
              <a:ext cx="1521673" cy="687317"/>
            </a:xfrm>
            <a:custGeom>
              <a:avLst/>
              <a:gdLst/>
              <a:ahLst/>
              <a:cxnLst/>
              <a:rect l="l" t="t" r="r" b="b"/>
              <a:pathLst>
                <a:path w="29366" h="13123" extrusionOk="0">
                  <a:moveTo>
                    <a:pt x="28805" y="1"/>
                  </a:moveTo>
                  <a:lnTo>
                    <a:pt x="28805" y="11464"/>
                  </a:lnTo>
                  <a:cubicBezTo>
                    <a:pt x="28780" y="12049"/>
                    <a:pt x="28317" y="12537"/>
                    <a:pt x="27707" y="12561"/>
                  </a:cubicBezTo>
                  <a:lnTo>
                    <a:pt x="464" y="12561"/>
                  </a:lnTo>
                  <a:cubicBezTo>
                    <a:pt x="293" y="12537"/>
                    <a:pt x="147" y="12513"/>
                    <a:pt x="0" y="12440"/>
                  </a:cubicBezTo>
                  <a:cubicBezTo>
                    <a:pt x="74" y="12586"/>
                    <a:pt x="147" y="12708"/>
                    <a:pt x="244" y="12830"/>
                  </a:cubicBezTo>
                  <a:cubicBezTo>
                    <a:pt x="464" y="13025"/>
                    <a:pt x="732" y="13122"/>
                    <a:pt x="1025" y="13122"/>
                  </a:cubicBezTo>
                  <a:lnTo>
                    <a:pt x="28268" y="13122"/>
                  </a:lnTo>
                  <a:cubicBezTo>
                    <a:pt x="28561" y="13122"/>
                    <a:pt x="28829" y="13025"/>
                    <a:pt x="29024" y="12830"/>
                  </a:cubicBezTo>
                  <a:cubicBezTo>
                    <a:pt x="29244" y="12610"/>
                    <a:pt x="29366" y="12342"/>
                    <a:pt x="29366" y="12049"/>
                  </a:cubicBezTo>
                  <a:lnTo>
                    <a:pt x="29366"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1339;p53">
            <a:extLst>
              <a:ext uri="{FF2B5EF4-FFF2-40B4-BE49-F238E27FC236}">
                <a16:creationId xmlns:a16="http://schemas.microsoft.com/office/drawing/2014/main" id="{3B4C20FD-CE0E-5B93-6C37-80D47A3DCDA8}"/>
              </a:ext>
            </a:extLst>
          </p:cNvPr>
          <p:cNvGrpSpPr/>
          <p:nvPr/>
        </p:nvGrpSpPr>
        <p:grpSpPr>
          <a:xfrm>
            <a:off x="5623226" y="-3986979"/>
            <a:ext cx="302145" cy="1828813"/>
            <a:chOff x="6771213" y="1525500"/>
            <a:chExt cx="302145" cy="1828813"/>
          </a:xfrm>
        </p:grpSpPr>
        <p:sp>
          <p:nvSpPr>
            <p:cNvPr id="59" name="Google Shape;1340;p53">
              <a:extLst>
                <a:ext uri="{FF2B5EF4-FFF2-40B4-BE49-F238E27FC236}">
                  <a16:creationId xmlns:a16="http://schemas.microsoft.com/office/drawing/2014/main" id="{0D86D4A2-961B-051C-32EC-526C37D16533}"/>
                </a:ext>
              </a:extLst>
            </p:cNvPr>
            <p:cNvSpPr/>
            <p:nvPr/>
          </p:nvSpPr>
          <p:spPr>
            <a:xfrm>
              <a:off x="6771213" y="1525500"/>
              <a:ext cx="302145" cy="1828813"/>
            </a:xfrm>
            <a:custGeom>
              <a:avLst/>
              <a:gdLst/>
              <a:ahLst/>
              <a:cxnLst/>
              <a:rect l="l" t="t" r="r" b="b"/>
              <a:pathLst>
                <a:path w="7025" h="41902" extrusionOk="0">
                  <a:moveTo>
                    <a:pt x="879" y="0"/>
                  </a:moveTo>
                  <a:lnTo>
                    <a:pt x="6171" y="0"/>
                  </a:lnTo>
                  <a:cubicBezTo>
                    <a:pt x="6635" y="0"/>
                    <a:pt x="7025" y="390"/>
                    <a:pt x="7025" y="878"/>
                  </a:cubicBezTo>
                  <a:lnTo>
                    <a:pt x="7025" y="41048"/>
                  </a:lnTo>
                  <a:cubicBezTo>
                    <a:pt x="7025" y="41511"/>
                    <a:pt x="6635" y="41902"/>
                    <a:pt x="6171" y="41902"/>
                  </a:cubicBezTo>
                  <a:lnTo>
                    <a:pt x="879" y="41902"/>
                  </a:lnTo>
                  <a:cubicBezTo>
                    <a:pt x="391" y="41902"/>
                    <a:pt x="1" y="41511"/>
                    <a:pt x="1" y="41048"/>
                  </a:cubicBezTo>
                  <a:lnTo>
                    <a:pt x="1" y="878"/>
                  </a:lnTo>
                  <a:cubicBezTo>
                    <a:pt x="1" y="390"/>
                    <a:pt x="391" y="25"/>
                    <a:pt x="8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41;p53">
              <a:extLst>
                <a:ext uri="{FF2B5EF4-FFF2-40B4-BE49-F238E27FC236}">
                  <a16:creationId xmlns:a16="http://schemas.microsoft.com/office/drawing/2014/main" id="{F13781CD-7778-5B31-D1F1-7E721C247464}"/>
                </a:ext>
              </a:extLst>
            </p:cNvPr>
            <p:cNvSpPr/>
            <p:nvPr/>
          </p:nvSpPr>
          <p:spPr>
            <a:xfrm>
              <a:off x="6836245" y="1543569"/>
              <a:ext cx="219308" cy="1793722"/>
            </a:xfrm>
            <a:custGeom>
              <a:avLst/>
              <a:gdLst/>
              <a:ahLst/>
              <a:cxnLst/>
              <a:rect l="l" t="t" r="r" b="b"/>
              <a:pathLst>
                <a:path w="5099" h="41098" extrusionOk="0">
                  <a:moveTo>
                    <a:pt x="586" y="26415"/>
                  </a:moveTo>
                  <a:lnTo>
                    <a:pt x="1" y="26415"/>
                  </a:lnTo>
                  <a:lnTo>
                    <a:pt x="1" y="27903"/>
                  </a:lnTo>
                  <a:lnTo>
                    <a:pt x="586" y="27903"/>
                  </a:lnTo>
                  <a:cubicBezTo>
                    <a:pt x="684" y="27878"/>
                    <a:pt x="781" y="27976"/>
                    <a:pt x="781" y="28098"/>
                  </a:cubicBezTo>
                  <a:cubicBezTo>
                    <a:pt x="781" y="28195"/>
                    <a:pt x="684" y="28293"/>
                    <a:pt x="586" y="28293"/>
                  </a:cubicBezTo>
                  <a:lnTo>
                    <a:pt x="1" y="28293"/>
                  </a:lnTo>
                  <a:lnTo>
                    <a:pt x="1" y="29781"/>
                  </a:lnTo>
                  <a:lnTo>
                    <a:pt x="586" y="29781"/>
                  </a:lnTo>
                  <a:cubicBezTo>
                    <a:pt x="684" y="29781"/>
                    <a:pt x="781" y="29854"/>
                    <a:pt x="781" y="29976"/>
                  </a:cubicBezTo>
                  <a:cubicBezTo>
                    <a:pt x="781" y="30073"/>
                    <a:pt x="684" y="30171"/>
                    <a:pt x="586" y="30171"/>
                  </a:cubicBezTo>
                  <a:lnTo>
                    <a:pt x="1" y="30171"/>
                  </a:lnTo>
                  <a:lnTo>
                    <a:pt x="1" y="31659"/>
                  </a:lnTo>
                  <a:lnTo>
                    <a:pt x="586" y="31659"/>
                  </a:lnTo>
                  <a:cubicBezTo>
                    <a:pt x="684" y="31659"/>
                    <a:pt x="781" y="31732"/>
                    <a:pt x="781" y="31854"/>
                  </a:cubicBezTo>
                  <a:cubicBezTo>
                    <a:pt x="781" y="31951"/>
                    <a:pt x="684" y="32049"/>
                    <a:pt x="586" y="32049"/>
                  </a:cubicBezTo>
                  <a:lnTo>
                    <a:pt x="1" y="32049"/>
                  </a:lnTo>
                  <a:lnTo>
                    <a:pt x="1" y="33537"/>
                  </a:lnTo>
                  <a:lnTo>
                    <a:pt x="586" y="33537"/>
                  </a:lnTo>
                  <a:cubicBezTo>
                    <a:pt x="830" y="33537"/>
                    <a:pt x="830" y="33927"/>
                    <a:pt x="586" y="33927"/>
                  </a:cubicBezTo>
                  <a:lnTo>
                    <a:pt x="1" y="33927"/>
                  </a:lnTo>
                  <a:lnTo>
                    <a:pt x="1" y="35415"/>
                  </a:lnTo>
                  <a:lnTo>
                    <a:pt x="586" y="35415"/>
                  </a:lnTo>
                  <a:cubicBezTo>
                    <a:pt x="684" y="35415"/>
                    <a:pt x="781" y="35512"/>
                    <a:pt x="781" y="35634"/>
                  </a:cubicBezTo>
                  <a:cubicBezTo>
                    <a:pt x="781" y="35732"/>
                    <a:pt x="684" y="35829"/>
                    <a:pt x="586" y="35829"/>
                  </a:cubicBezTo>
                  <a:lnTo>
                    <a:pt x="1" y="35829"/>
                  </a:lnTo>
                  <a:lnTo>
                    <a:pt x="1" y="37317"/>
                  </a:lnTo>
                  <a:lnTo>
                    <a:pt x="586" y="37317"/>
                  </a:lnTo>
                  <a:cubicBezTo>
                    <a:pt x="684" y="37317"/>
                    <a:pt x="781" y="37390"/>
                    <a:pt x="781" y="37512"/>
                  </a:cubicBezTo>
                  <a:cubicBezTo>
                    <a:pt x="781" y="37610"/>
                    <a:pt x="684" y="37707"/>
                    <a:pt x="586" y="37707"/>
                  </a:cubicBezTo>
                  <a:lnTo>
                    <a:pt x="1" y="37707"/>
                  </a:lnTo>
                  <a:lnTo>
                    <a:pt x="1" y="39195"/>
                  </a:lnTo>
                  <a:lnTo>
                    <a:pt x="586" y="39195"/>
                  </a:lnTo>
                  <a:cubicBezTo>
                    <a:pt x="684" y="39195"/>
                    <a:pt x="781" y="39293"/>
                    <a:pt x="781" y="39390"/>
                  </a:cubicBezTo>
                  <a:cubicBezTo>
                    <a:pt x="781" y="39512"/>
                    <a:pt x="684" y="39585"/>
                    <a:pt x="586" y="39585"/>
                  </a:cubicBezTo>
                  <a:lnTo>
                    <a:pt x="1" y="39585"/>
                  </a:lnTo>
                  <a:lnTo>
                    <a:pt x="1" y="41097"/>
                  </a:lnTo>
                  <a:lnTo>
                    <a:pt x="4635" y="41097"/>
                  </a:lnTo>
                  <a:cubicBezTo>
                    <a:pt x="4879" y="41097"/>
                    <a:pt x="5098" y="40902"/>
                    <a:pt x="5098" y="40634"/>
                  </a:cubicBezTo>
                  <a:lnTo>
                    <a:pt x="5098" y="464"/>
                  </a:lnTo>
                  <a:cubicBezTo>
                    <a:pt x="5098" y="342"/>
                    <a:pt x="5049" y="220"/>
                    <a:pt x="4952" y="123"/>
                  </a:cubicBezTo>
                  <a:cubicBezTo>
                    <a:pt x="4879" y="50"/>
                    <a:pt x="4757" y="1"/>
                    <a:pt x="4610" y="1"/>
                  </a:cubicBezTo>
                  <a:lnTo>
                    <a:pt x="25" y="1"/>
                  </a:lnTo>
                  <a:lnTo>
                    <a:pt x="25" y="1489"/>
                  </a:lnTo>
                  <a:lnTo>
                    <a:pt x="586" y="1489"/>
                  </a:lnTo>
                  <a:cubicBezTo>
                    <a:pt x="684" y="1489"/>
                    <a:pt x="781" y="1562"/>
                    <a:pt x="781" y="1684"/>
                  </a:cubicBezTo>
                  <a:cubicBezTo>
                    <a:pt x="781" y="1781"/>
                    <a:pt x="684" y="1879"/>
                    <a:pt x="586" y="1879"/>
                  </a:cubicBezTo>
                  <a:lnTo>
                    <a:pt x="1" y="1879"/>
                  </a:lnTo>
                  <a:lnTo>
                    <a:pt x="1" y="3367"/>
                  </a:lnTo>
                  <a:lnTo>
                    <a:pt x="586" y="3367"/>
                  </a:lnTo>
                  <a:cubicBezTo>
                    <a:pt x="830" y="3367"/>
                    <a:pt x="830" y="3757"/>
                    <a:pt x="586" y="3757"/>
                  </a:cubicBezTo>
                  <a:lnTo>
                    <a:pt x="1" y="3757"/>
                  </a:lnTo>
                  <a:lnTo>
                    <a:pt x="1" y="5245"/>
                  </a:lnTo>
                  <a:lnTo>
                    <a:pt x="586" y="5245"/>
                  </a:lnTo>
                  <a:cubicBezTo>
                    <a:pt x="806" y="5293"/>
                    <a:pt x="806" y="5635"/>
                    <a:pt x="586" y="5659"/>
                  </a:cubicBezTo>
                  <a:lnTo>
                    <a:pt x="1" y="5659"/>
                  </a:lnTo>
                  <a:lnTo>
                    <a:pt x="1" y="7147"/>
                  </a:lnTo>
                  <a:lnTo>
                    <a:pt x="586" y="7147"/>
                  </a:lnTo>
                  <a:cubicBezTo>
                    <a:pt x="806" y="7171"/>
                    <a:pt x="806" y="7513"/>
                    <a:pt x="586" y="7537"/>
                  </a:cubicBezTo>
                  <a:lnTo>
                    <a:pt x="1" y="7537"/>
                  </a:lnTo>
                  <a:lnTo>
                    <a:pt x="1" y="9025"/>
                  </a:lnTo>
                  <a:lnTo>
                    <a:pt x="586" y="9025"/>
                  </a:lnTo>
                  <a:cubicBezTo>
                    <a:pt x="830" y="9025"/>
                    <a:pt x="830" y="9415"/>
                    <a:pt x="586" y="9415"/>
                  </a:cubicBezTo>
                  <a:lnTo>
                    <a:pt x="1" y="9415"/>
                  </a:lnTo>
                  <a:lnTo>
                    <a:pt x="1" y="10927"/>
                  </a:lnTo>
                  <a:lnTo>
                    <a:pt x="586" y="10927"/>
                  </a:lnTo>
                  <a:cubicBezTo>
                    <a:pt x="684" y="10927"/>
                    <a:pt x="781" y="11001"/>
                    <a:pt x="781" y="11123"/>
                  </a:cubicBezTo>
                  <a:cubicBezTo>
                    <a:pt x="781" y="11220"/>
                    <a:pt x="684" y="11318"/>
                    <a:pt x="586" y="11318"/>
                  </a:cubicBezTo>
                  <a:lnTo>
                    <a:pt x="1" y="11318"/>
                  </a:lnTo>
                  <a:lnTo>
                    <a:pt x="1" y="12805"/>
                  </a:lnTo>
                  <a:lnTo>
                    <a:pt x="586" y="12805"/>
                  </a:lnTo>
                  <a:cubicBezTo>
                    <a:pt x="806" y="12830"/>
                    <a:pt x="806" y="13171"/>
                    <a:pt x="586" y="13196"/>
                  </a:cubicBezTo>
                  <a:lnTo>
                    <a:pt x="1" y="13196"/>
                  </a:lnTo>
                  <a:lnTo>
                    <a:pt x="1" y="14683"/>
                  </a:lnTo>
                  <a:lnTo>
                    <a:pt x="586" y="14683"/>
                  </a:lnTo>
                  <a:cubicBezTo>
                    <a:pt x="684" y="14683"/>
                    <a:pt x="781" y="14781"/>
                    <a:pt x="781" y="14903"/>
                  </a:cubicBezTo>
                  <a:cubicBezTo>
                    <a:pt x="781" y="15001"/>
                    <a:pt x="684" y="15098"/>
                    <a:pt x="586" y="15098"/>
                  </a:cubicBezTo>
                  <a:lnTo>
                    <a:pt x="1" y="15098"/>
                  </a:lnTo>
                  <a:lnTo>
                    <a:pt x="1" y="16586"/>
                  </a:lnTo>
                  <a:lnTo>
                    <a:pt x="586" y="16586"/>
                  </a:lnTo>
                  <a:cubicBezTo>
                    <a:pt x="684" y="16586"/>
                    <a:pt x="781" y="16659"/>
                    <a:pt x="781" y="16781"/>
                  </a:cubicBezTo>
                  <a:cubicBezTo>
                    <a:pt x="781" y="16879"/>
                    <a:pt x="684" y="16976"/>
                    <a:pt x="586" y="16976"/>
                  </a:cubicBezTo>
                  <a:lnTo>
                    <a:pt x="1" y="16976"/>
                  </a:lnTo>
                  <a:lnTo>
                    <a:pt x="1" y="18464"/>
                  </a:lnTo>
                  <a:lnTo>
                    <a:pt x="586" y="18464"/>
                  </a:lnTo>
                  <a:cubicBezTo>
                    <a:pt x="806" y="18488"/>
                    <a:pt x="806" y="18830"/>
                    <a:pt x="586" y="18854"/>
                  </a:cubicBezTo>
                  <a:lnTo>
                    <a:pt x="1" y="18854"/>
                  </a:lnTo>
                  <a:lnTo>
                    <a:pt x="1" y="20342"/>
                  </a:lnTo>
                  <a:lnTo>
                    <a:pt x="586" y="20342"/>
                  </a:lnTo>
                  <a:cubicBezTo>
                    <a:pt x="684" y="20342"/>
                    <a:pt x="781" y="20439"/>
                    <a:pt x="781" y="20561"/>
                  </a:cubicBezTo>
                  <a:cubicBezTo>
                    <a:pt x="781" y="20659"/>
                    <a:pt x="684" y="20756"/>
                    <a:pt x="586" y="20756"/>
                  </a:cubicBezTo>
                  <a:lnTo>
                    <a:pt x="1" y="20756"/>
                  </a:lnTo>
                  <a:lnTo>
                    <a:pt x="1" y="22244"/>
                  </a:lnTo>
                  <a:lnTo>
                    <a:pt x="586" y="22244"/>
                  </a:lnTo>
                  <a:cubicBezTo>
                    <a:pt x="684" y="22244"/>
                    <a:pt x="781" y="22317"/>
                    <a:pt x="781" y="22439"/>
                  </a:cubicBezTo>
                  <a:cubicBezTo>
                    <a:pt x="781" y="22537"/>
                    <a:pt x="684" y="22634"/>
                    <a:pt x="586" y="22634"/>
                  </a:cubicBezTo>
                  <a:lnTo>
                    <a:pt x="1" y="22634"/>
                  </a:lnTo>
                  <a:lnTo>
                    <a:pt x="1" y="24122"/>
                  </a:lnTo>
                  <a:lnTo>
                    <a:pt x="586" y="24122"/>
                  </a:lnTo>
                  <a:cubicBezTo>
                    <a:pt x="806" y="24147"/>
                    <a:pt x="806" y="24488"/>
                    <a:pt x="586" y="24512"/>
                  </a:cubicBezTo>
                  <a:lnTo>
                    <a:pt x="1" y="24512"/>
                  </a:lnTo>
                  <a:lnTo>
                    <a:pt x="1" y="26000"/>
                  </a:lnTo>
                  <a:lnTo>
                    <a:pt x="586" y="26000"/>
                  </a:lnTo>
                  <a:cubicBezTo>
                    <a:pt x="684" y="26000"/>
                    <a:pt x="781" y="26098"/>
                    <a:pt x="781" y="26220"/>
                  </a:cubicBezTo>
                  <a:cubicBezTo>
                    <a:pt x="781" y="26317"/>
                    <a:pt x="684" y="26390"/>
                    <a:pt x="586" y="2641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42;p53">
              <a:extLst>
                <a:ext uri="{FF2B5EF4-FFF2-40B4-BE49-F238E27FC236}">
                  <a16:creationId xmlns:a16="http://schemas.microsoft.com/office/drawing/2014/main" id="{D99E19F2-2436-C459-520E-074B21C1259C}"/>
                </a:ext>
              </a:extLst>
            </p:cNvPr>
            <p:cNvSpPr/>
            <p:nvPr/>
          </p:nvSpPr>
          <p:spPr>
            <a:xfrm>
              <a:off x="6787987" y="1543569"/>
              <a:ext cx="32559" cy="1793722"/>
            </a:xfrm>
            <a:custGeom>
              <a:avLst/>
              <a:gdLst/>
              <a:ahLst/>
              <a:cxnLst/>
              <a:rect l="l" t="t" r="r" b="b"/>
              <a:pathLst>
                <a:path w="757" h="41098" extrusionOk="0">
                  <a:moveTo>
                    <a:pt x="733" y="29976"/>
                  </a:moveTo>
                  <a:lnTo>
                    <a:pt x="733" y="1"/>
                  </a:lnTo>
                  <a:lnTo>
                    <a:pt x="489" y="1"/>
                  </a:lnTo>
                  <a:cubicBezTo>
                    <a:pt x="367" y="1"/>
                    <a:pt x="245" y="50"/>
                    <a:pt x="147" y="123"/>
                  </a:cubicBezTo>
                  <a:cubicBezTo>
                    <a:pt x="50" y="220"/>
                    <a:pt x="1" y="342"/>
                    <a:pt x="1" y="464"/>
                  </a:cubicBezTo>
                  <a:lnTo>
                    <a:pt x="1" y="40634"/>
                  </a:lnTo>
                  <a:cubicBezTo>
                    <a:pt x="1" y="40756"/>
                    <a:pt x="50" y="40854"/>
                    <a:pt x="147" y="40951"/>
                  </a:cubicBezTo>
                  <a:cubicBezTo>
                    <a:pt x="245" y="41049"/>
                    <a:pt x="342" y="41097"/>
                    <a:pt x="489" y="41097"/>
                  </a:cubicBezTo>
                  <a:lnTo>
                    <a:pt x="757" y="41097"/>
                  </a:lnTo>
                  <a:lnTo>
                    <a:pt x="757" y="2997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43;p53">
              <a:extLst>
                <a:ext uri="{FF2B5EF4-FFF2-40B4-BE49-F238E27FC236}">
                  <a16:creationId xmlns:a16="http://schemas.microsoft.com/office/drawing/2014/main" id="{8C852A85-EC69-4912-6096-B9E786857B58}"/>
                </a:ext>
              </a:extLst>
            </p:cNvPr>
            <p:cNvSpPr/>
            <p:nvPr/>
          </p:nvSpPr>
          <p:spPr>
            <a:xfrm>
              <a:off x="6771213" y="1525500"/>
              <a:ext cx="302145" cy="1828813"/>
            </a:xfrm>
            <a:custGeom>
              <a:avLst/>
              <a:gdLst/>
              <a:ahLst/>
              <a:cxnLst/>
              <a:rect l="l" t="t" r="r" b="b"/>
              <a:pathLst>
                <a:path w="7025" h="41902" extrusionOk="0">
                  <a:moveTo>
                    <a:pt x="879" y="0"/>
                  </a:moveTo>
                  <a:lnTo>
                    <a:pt x="6171" y="0"/>
                  </a:lnTo>
                  <a:cubicBezTo>
                    <a:pt x="6635" y="0"/>
                    <a:pt x="7025" y="390"/>
                    <a:pt x="7025" y="878"/>
                  </a:cubicBezTo>
                  <a:lnTo>
                    <a:pt x="7025" y="41048"/>
                  </a:lnTo>
                  <a:cubicBezTo>
                    <a:pt x="7025" y="41511"/>
                    <a:pt x="6635" y="41902"/>
                    <a:pt x="6171" y="41902"/>
                  </a:cubicBezTo>
                  <a:lnTo>
                    <a:pt x="879" y="41902"/>
                  </a:lnTo>
                  <a:cubicBezTo>
                    <a:pt x="391" y="41902"/>
                    <a:pt x="1" y="41511"/>
                    <a:pt x="1" y="41048"/>
                  </a:cubicBezTo>
                  <a:lnTo>
                    <a:pt x="1" y="878"/>
                  </a:lnTo>
                  <a:cubicBezTo>
                    <a:pt x="1" y="390"/>
                    <a:pt x="391" y="25"/>
                    <a:pt x="879" y="0"/>
                  </a:cubicBezTo>
                  <a:close/>
                  <a:moveTo>
                    <a:pt x="1537" y="39633"/>
                  </a:moveTo>
                  <a:lnTo>
                    <a:pt x="2098" y="39633"/>
                  </a:lnTo>
                  <a:cubicBezTo>
                    <a:pt x="2196" y="39609"/>
                    <a:pt x="2293" y="39707"/>
                    <a:pt x="2293" y="39829"/>
                  </a:cubicBezTo>
                  <a:cubicBezTo>
                    <a:pt x="2293" y="39926"/>
                    <a:pt x="2196" y="40024"/>
                    <a:pt x="2098" y="40024"/>
                  </a:cubicBezTo>
                  <a:lnTo>
                    <a:pt x="1513" y="40024"/>
                  </a:lnTo>
                  <a:lnTo>
                    <a:pt x="1513" y="41511"/>
                  </a:lnTo>
                  <a:lnTo>
                    <a:pt x="6147" y="41511"/>
                  </a:lnTo>
                  <a:cubicBezTo>
                    <a:pt x="6391" y="41511"/>
                    <a:pt x="6610" y="41316"/>
                    <a:pt x="6610" y="41048"/>
                  </a:cubicBezTo>
                  <a:lnTo>
                    <a:pt x="6610" y="878"/>
                  </a:lnTo>
                  <a:cubicBezTo>
                    <a:pt x="6610" y="756"/>
                    <a:pt x="6561" y="634"/>
                    <a:pt x="6464" y="537"/>
                  </a:cubicBezTo>
                  <a:cubicBezTo>
                    <a:pt x="6391" y="464"/>
                    <a:pt x="6269" y="415"/>
                    <a:pt x="6122" y="415"/>
                  </a:cubicBezTo>
                  <a:lnTo>
                    <a:pt x="1537" y="415"/>
                  </a:lnTo>
                  <a:lnTo>
                    <a:pt x="1537" y="1903"/>
                  </a:lnTo>
                  <a:lnTo>
                    <a:pt x="2098" y="1903"/>
                  </a:lnTo>
                  <a:cubicBezTo>
                    <a:pt x="2196" y="1903"/>
                    <a:pt x="2293" y="1976"/>
                    <a:pt x="2293" y="2098"/>
                  </a:cubicBezTo>
                  <a:cubicBezTo>
                    <a:pt x="2293" y="2195"/>
                    <a:pt x="2196" y="2293"/>
                    <a:pt x="2098" y="2293"/>
                  </a:cubicBezTo>
                  <a:lnTo>
                    <a:pt x="1513" y="2293"/>
                  </a:lnTo>
                  <a:lnTo>
                    <a:pt x="1513" y="3781"/>
                  </a:lnTo>
                  <a:lnTo>
                    <a:pt x="2098" y="3781"/>
                  </a:lnTo>
                  <a:cubicBezTo>
                    <a:pt x="2342" y="3781"/>
                    <a:pt x="2342" y="4171"/>
                    <a:pt x="2098" y="4171"/>
                  </a:cubicBezTo>
                  <a:lnTo>
                    <a:pt x="1513" y="4171"/>
                  </a:lnTo>
                  <a:lnTo>
                    <a:pt x="1513" y="5659"/>
                  </a:lnTo>
                  <a:lnTo>
                    <a:pt x="2098" y="5659"/>
                  </a:lnTo>
                  <a:cubicBezTo>
                    <a:pt x="2318" y="5707"/>
                    <a:pt x="2318" y="6049"/>
                    <a:pt x="2098" y="6073"/>
                  </a:cubicBezTo>
                  <a:lnTo>
                    <a:pt x="1513" y="6073"/>
                  </a:lnTo>
                  <a:lnTo>
                    <a:pt x="1513" y="7561"/>
                  </a:lnTo>
                  <a:lnTo>
                    <a:pt x="2098" y="7561"/>
                  </a:lnTo>
                  <a:cubicBezTo>
                    <a:pt x="2318" y="7585"/>
                    <a:pt x="2318" y="7927"/>
                    <a:pt x="2098" y="7951"/>
                  </a:cubicBezTo>
                  <a:lnTo>
                    <a:pt x="1513" y="7951"/>
                  </a:lnTo>
                  <a:lnTo>
                    <a:pt x="1513" y="9439"/>
                  </a:lnTo>
                  <a:lnTo>
                    <a:pt x="2098" y="9439"/>
                  </a:lnTo>
                  <a:cubicBezTo>
                    <a:pt x="2342" y="9439"/>
                    <a:pt x="2342" y="9829"/>
                    <a:pt x="2098" y="9829"/>
                  </a:cubicBezTo>
                  <a:lnTo>
                    <a:pt x="1513" y="9829"/>
                  </a:lnTo>
                  <a:lnTo>
                    <a:pt x="1513" y="11341"/>
                  </a:lnTo>
                  <a:lnTo>
                    <a:pt x="2098" y="11341"/>
                  </a:lnTo>
                  <a:cubicBezTo>
                    <a:pt x="2196" y="11341"/>
                    <a:pt x="2293" y="11415"/>
                    <a:pt x="2293" y="11537"/>
                  </a:cubicBezTo>
                  <a:cubicBezTo>
                    <a:pt x="2293" y="11634"/>
                    <a:pt x="2196" y="11732"/>
                    <a:pt x="2098" y="11732"/>
                  </a:cubicBezTo>
                  <a:lnTo>
                    <a:pt x="1513" y="11732"/>
                  </a:lnTo>
                  <a:lnTo>
                    <a:pt x="1513" y="13219"/>
                  </a:lnTo>
                  <a:lnTo>
                    <a:pt x="2098" y="13219"/>
                  </a:lnTo>
                  <a:cubicBezTo>
                    <a:pt x="2318" y="13244"/>
                    <a:pt x="2318" y="13585"/>
                    <a:pt x="2098" y="13610"/>
                  </a:cubicBezTo>
                  <a:lnTo>
                    <a:pt x="1513" y="13610"/>
                  </a:lnTo>
                  <a:lnTo>
                    <a:pt x="1513" y="15097"/>
                  </a:lnTo>
                  <a:lnTo>
                    <a:pt x="2098" y="15097"/>
                  </a:lnTo>
                  <a:cubicBezTo>
                    <a:pt x="2196" y="15097"/>
                    <a:pt x="2293" y="15195"/>
                    <a:pt x="2293" y="15317"/>
                  </a:cubicBezTo>
                  <a:cubicBezTo>
                    <a:pt x="2293" y="15415"/>
                    <a:pt x="2196" y="15512"/>
                    <a:pt x="2098" y="15512"/>
                  </a:cubicBezTo>
                  <a:lnTo>
                    <a:pt x="1513" y="15512"/>
                  </a:lnTo>
                  <a:lnTo>
                    <a:pt x="1513" y="17000"/>
                  </a:lnTo>
                  <a:lnTo>
                    <a:pt x="2098" y="17000"/>
                  </a:lnTo>
                  <a:cubicBezTo>
                    <a:pt x="2196" y="17000"/>
                    <a:pt x="2293" y="17073"/>
                    <a:pt x="2293" y="17195"/>
                  </a:cubicBezTo>
                  <a:cubicBezTo>
                    <a:pt x="2293" y="17293"/>
                    <a:pt x="2196" y="17390"/>
                    <a:pt x="2098" y="17390"/>
                  </a:cubicBezTo>
                  <a:lnTo>
                    <a:pt x="1513" y="17390"/>
                  </a:lnTo>
                  <a:lnTo>
                    <a:pt x="1513" y="18878"/>
                  </a:lnTo>
                  <a:lnTo>
                    <a:pt x="2098" y="18878"/>
                  </a:lnTo>
                  <a:cubicBezTo>
                    <a:pt x="2318" y="18902"/>
                    <a:pt x="2318" y="19244"/>
                    <a:pt x="2098" y="19268"/>
                  </a:cubicBezTo>
                  <a:lnTo>
                    <a:pt x="1513" y="19268"/>
                  </a:lnTo>
                  <a:lnTo>
                    <a:pt x="1513" y="20756"/>
                  </a:lnTo>
                  <a:lnTo>
                    <a:pt x="2098" y="20756"/>
                  </a:lnTo>
                  <a:cubicBezTo>
                    <a:pt x="2196" y="20756"/>
                    <a:pt x="2293" y="20853"/>
                    <a:pt x="2293" y="20975"/>
                  </a:cubicBezTo>
                  <a:cubicBezTo>
                    <a:pt x="2293" y="21073"/>
                    <a:pt x="2196" y="21170"/>
                    <a:pt x="2098" y="21170"/>
                  </a:cubicBezTo>
                  <a:lnTo>
                    <a:pt x="1513" y="21170"/>
                  </a:lnTo>
                  <a:lnTo>
                    <a:pt x="1513" y="22658"/>
                  </a:lnTo>
                  <a:lnTo>
                    <a:pt x="2098" y="22658"/>
                  </a:lnTo>
                  <a:cubicBezTo>
                    <a:pt x="2196" y="22658"/>
                    <a:pt x="2293" y="22731"/>
                    <a:pt x="2293" y="22853"/>
                  </a:cubicBezTo>
                  <a:cubicBezTo>
                    <a:pt x="2293" y="22951"/>
                    <a:pt x="2196" y="23048"/>
                    <a:pt x="2098" y="23048"/>
                  </a:cubicBezTo>
                  <a:lnTo>
                    <a:pt x="1513" y="23048"/>
                  </a:lnTo>
                  <a:lnTo>
                    <a:pt x="1513" y="24536"/>
                  </a:lnTo>
                  <a:lnTo>
                    <a:pt x="2098" y="24536"/>
                  </a:lnTo>
                  <a:cubicBezTo>
                    <a:pt x="2318" y="24561"/>
                    <a:pt x="2318" y="24902"/>
                    <a:pt x="2098" y="24926"/>
                  </a:cubicBezTo>
                  <a:lnTo>
                    <a:pt x="1513" y="24926"/>
                  </a:lnTo>
                  <a:lnTo>
                    <a:pt x="1513" y="26414"/>
                  </a:lnTo>
                  <a:lnTo>
                    <a:pt x="2098" y="26414"/>
                  </a:lnTo>
                  <a:cubicBezTo>
                    <a:pt x="2196" y="26414"/>
                    <a:pt x="2293" y="26512"/>
                    <a:pt x="2293" y="26634"/>
                  </a:cubicBezTo>
                  <a:cubicBezTo>
                    <a:pt x="2293" y="26731"/>
                    <a:pt x="2196" y="26829"/>
                    <a:pt x="2098" y="26829"/>
                  </a:cubicBezTo>
                  <a:lnTo>
                    <a:pt x="1513" y="26829"/>
                  </a:lnTo>
                  <a:lnTo>
                    <a:pt x="1513" y="28317"/>
                  </a:lnTo>
                  <a:lnTo>
                    <a:pt x="2098" y="28317"/>
                  </a:lnTo>
                  <a:cubicBezTo>
                    <a:pt x="2196" y="28317"/>
                    <a:pt x="2293" y="28390"/>
                    <a:pt x="2293" y="28512"/>
                  </a:cubicBezTo>
                  <a:cubicBezTo>
                    <a:pt x="2293" y="28609"/>
                    <a:pt x="2196" y="28707"/>
                    <a:pt x="2098" y="28707"/>
                  </a:cubicBezTo>
                  <a:lnTo>
                    <a:pt x="1513" y="28707"/>
                  </a:lnTo>
                  <a:lnTo>
                    <a:pt x="1513" y="30195"/>
                  </a:lnTo>
                  <a:lnTo>
                    <a:pt x="2098" y="30195"/>
                  </a:lnTo>
                  <a:cubicBezTo>
                    <a:pt x="2196" y="30195"/>
                    <a:pt x="2293" y="30292"/>
                    <a:pt x="2293" y="30390"/>
                  </a:cubicBezTo>
                  <a:cubicBezTo>
                    <a:pt x="2293" y="30512"/>
                    <a:pt x="2196" y="30585"/>
                    <a:pt x="2098" y="30585"/>
                  </a:cubicBezTo>
                  <a:lnTo>
                    <a:pt x="1513" y="30585"/>
                  </a:lnTo>
                  <a:lnTo>
                    <a:pt x="1513" y="32073"/>
                  </a:lnTo>
                  <a:lnTo>
                    <a:pt x="2098" y="32073"/>
                  </a:lnTo>
                  <a:cubicBezTo>
                    <a:pt x="2196" y="32073"/>
                    <a:pt x="2293" y="32146"/>
                    <a:pt x="2293" y="32268"/>
                  </a:cubicBezTo>
                  <a:cubicBezTo>
                    <a:pt x="2293" y="32365"/>
                    <a:pt x="2196" y="32463"/>
                    <a:pt x="2098" y="32463"/>
                  </a:cubicBezTo>
                  <a:lnTo>
                    <a:pt x="1513" y="32463"/>
                  </a:lnTo>
                  <a:lnTo>
                    <a:pt x="1513" y="33951"/>
                  </a:lnTo>
                  <a:lnTo>
                    <a:pt x="2098" y="33951"/>
                  </a:lnTo>
                  <a:cubicBezTo>
                    <a:pt x="2342" y="33951"/>
                    <a:pt x="2342" y="34341"/>
                    <a:pt x="2098" y="34341"/>
                  </a:cubicBezTo>
                  <a:lnTo>
                    <a:pt x="1513" y="34341"/>
                  </a:lnTo>
                  <a:lnTo>
                    <a:pt x="1513" y="35829"/>
                  </a:lnTo>
                  <a:lnTo>
                    <a:pt x="2098" y="35829"/>
                  </a:lnTo>
                  <a:cubicBezTo>
                    <a:pt x="2196" y="35829"/>
                    <a:pt x="2293" y="35926"/>
                    <a:pt x="2293" y="36048"/>
                  </a:cubicBezTo>
                  <a:cubicBezTo>
                    <a:pt x="2293" y="36146"/>
                    <a:pt x="2196" y="36243"/>
                    <a:pt x="2098" y="36243"/>
                  </a:cubicBezTo>
                  <a:lnTo>
                    <a:pt x="1513" y="36243"/>
                  </a:lnTo>
                  <a:lnTo>
                    <a:pt x="1513" y="37731"/>
                  </a:lnTo>
                  <a:lnTo>
                    <a:pt x="2098" y="37731"/>
                  </a:lnTo>
                  <a:cubicBezTo>
                    <a:pt x="2196" y="37731"/>
                    <a:pt x="2293" y="37804"/>
                    <a:pt x="2293" y="37926"/>
                  </a:cubicBezTo>
                  <a:cubicBezTo>
                    <a:pt x="2293" y="38024"/>
                    <a:pt x="2196" y="38121"/>
                    <a:pt x="2098" y="38121"/>
                  </a:cubicBezTo>
                  <a:lnTo>
                    <a:pt x="1513" y="38121"/>
                  </a:lnTo>
                  <a:lnTo>
                    <a:pt x="1513" y="39609"/>
                  </a:lnTo>
                  <a:close/>
                  <a:moveTo>
                    <a:pt x="1123" y="41511"/>
                  </a:moveTo>
                  <a:lnTo>
                    <a:pt x="1123" y="415"/>
                  </a:lnTo>
                  <a:lnTo>
                    <a:pt x="879" y="415"/>
                  </a:lnTo>
                  <a:cubicBezTo>
                    <a:pt x="757" y="415"/>
                    <a:pt x="635" y="464"/>
                    <a:pt x="537" y="537"/>
                  </a:cubicBezTo>
                  <a:cubicBezTo>
                    <a:pt x="440" y="634"/>
                    <a:pt x="391" y="756"/>
                    <a:pt x="391" y="878"/>
                  </a:cubicBezTo>
                  <a:lnTo>
                    <a:pt x="391" y="41048"/>
                  </a:lnTo>
                  <a:cubicBezTo>
                    <a:pt x="391" y="41170"/>
                    <a:pt x="440" y="41268"/>
                    <a:pt x="537" y="41365"/>
                  </a:cubicBezTo>
                  <a:cubicBezTo>
                    <a:pt x="635" y="41463"/>
                    <a:pt x="732" y="41511"/>
                    <a:pt x="879" y="415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44;p53">
              <a:extLst>
                <a:ext uri="{FF2B5EF4-FFF2-40B4-BE49-F238E27FC236}">
                  <a16:creationId xmlns:a16="http://schemas.microsoft.com/office/drawing/2014/main" id="{73D15D40-216A-13DF-53FB-A2AD04337CCA}"/>
                </a:ext>
              </a:extLst>
            </p:cNvPr>
            <p:cNvSpPr/>
            <p:nvPr/>
          </p:nvSpPr>
          <p:spPr>
            <a:xfrm>
              <a:off x="6892890" y="1573378"/>
              <a:ext cx="17892" cy="552546"/>
            </a:xfrm>
            <a:custGeom>
              <a:avLst/>
              <a:gdLst/>
              <a:ahLst/>
              <a:cxnLst/>
              <a:rect l="l" t="t" r="r" b="b"/>
              <a:pathLst>
                <a:path w="416" h="12660" extrusionOk="0">
                  <a:moveTo>
                    <a:pt x="1" y="196"/>
                  </a:moveTo>
                  <a:cubicBezTo>
                    <a:pt x="1" y="98"/>
                    <a:pt x="98" y="1"/>
                    <a:pt x="220" y="1"/>
                  </a:cubicBezTo>
                  <a:cubicBezTo>
                    <a:pt x="318" y="1"/>
                    <a:pt x="415" y="98"/>
                    <a:pt x="415" y="196"/>
                  </a:cubicBezTo>
                  <a:lnTo>
                    <a:pt x="415" y="732"/>
                  </a:lnTo>
                  <a:cubicBezTo>
                    <a:pt x="415" y="854"/>
                    <a:pt x="318" y="928"/>
                    <a:pt x="220" y="928"/>
                  </a:cubicBezTo>
                  <a:cubicBezTo>
                    <a:pt x="98" y="928"/>
                    <a:pt x="1" y="854"/>
                    <a:pt x="1" y="732"/>
                  </a:cubicBezTo>
                  <a:close/>
                  <a:moveTo>
                    <a:pt x="1" y="1854"/>
                  </a:moveTo>
                  <a:cubicBezTo>
                    <a:pt x="1" y="1757"/>
                    <a:pt x="98" y="1659"/>
                    <a:pt x="220" y="1659"/>
                  </a:cubicBezTo>
                  <a:cubicBezTo>
                    <a:pt x="318" y="1659"/>
                    <a:pt x="415" y="1757"/>
                    <a:pt x="415" y="1854"/>
                  </a:cubicBezTo>
                  <a:lnTo>
                    <a:pt x="415" y="12440"/>
                  </a:lnTo>
                  <a:cubicBezTo>
                    <a:pt x="415" y="12561"/>
                    <a:pt x="318" y="12659"/>
                    <a:pt x="220" y="12659"/>
                  </a:cubicBezTo>
                  <a:cubicBezTo>
                    <a:pt x="98" y="12659"/>
                    <a:pt x="1" y="12561"/>
                    <a:pt x="1" y="124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1345;p53">
              <a:extLst>
                <a:ext uri="{FF2B5EF4-FFF2-40B4-BE49-F238E27FC236}">
                  <a16:creationId xmlns:a16="http://schemas.microsoft.com/office/drawing/2014/main" id="{1AADF4FA-EAC8-015B-4A98-E4697C516B5A}"/>
                </a:ext>
              </a:extLst>
            </p:cNvPr>
            <p:cNvSpPr/>
            <p:nvPr/>
          </p:nvSpPr>
          <p:spPr>
            <a:xfrm>
              <a:off x="6837320" y="1543569"/>
              <a:ext cx="218233" cy="1793722"/>
            </a:xfrm>
            <a:custGeom>
              <a:avLst/>
              <a:gdLst/>
              <a:ahLst/>
              <a:cxnLst/>
              <a:rect l="l" t="t" r="r" b="b"/>
              <a:pathLst>
                <a:path w="5074" h="41098" extrusionOk="0">
                  <a:moveTo>
                    <a:pt x="4073" y="40146"/>
                  </a:moveTo>
                  <a:cubicBezTo>
                    <a:pt x="4000" y="40244"/>
                    <a:pt x="3878" y="40293"/>
                    <a:pt x="3756" y="40293"/>
                  </a:cubicBezTo>
                  <a:lnTo>
                    <a:pt x="0" y="40293"/>
                  </a:lnTo>
                  <a:lnTo>
                    <a:pt x="0" y="41097"/>
                  </a:lnTo>
                  <a:lnTo>
                    <a:pt x="4610" y="41097"/>
                  </a:lnTo>
                  <a:cubicBezTo>
                    <a:pt x="4878" y="41097"/>
                    <a:pt x="5073" y="40902"/>
                    <a:pt x="5073" y="40634"/>
                  </a:cubicBezTo>
                  <a:lnTo>
                    <a:pt x="5073" y="464"/>
                  </a:lnTo>
                  <a:cubicBezTo>
                    <a:pt x="5073" y="342"/>
                    <a:pt x="5024" y="220"/>
                    <a:pt x="4951" y="123"/>
                  </a:cubicBezTo>
                  <a:cubicBezTo>
                    <a:pt x="4854" y="50"/>
                    <a:pt x="4732" y="1"/>
                    <a:pt x="4610" y="1"/>
                  </a:cubicBezTo>
                  <a:lnTo>
                    <a:pt x="4220" y="1"/>
                  </a:lnTo>
                  <a:lnTo>
                    <a:pt x="4220" y="39829"/>
                  </a:lnTo>
                  <a:cubicBezTo>
                    <a:pt x="4220" y="39951"/>
                    <a:pt x="4171" y="40073"/>
                    <a:pt x="4073" y="4014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 name="Google Shape;1346;p53">
            <a:extLst>
              <a:ext uri="{FF2B5EF4-FFF2-40B4-BE49-F238E27FC236}">
                <a16:creationId xmlns:a16="http://schemas.microsoft.com/office/drawing/2014/main" id="{62625949-672D-DA1F-0315-095AD63BAAC8}"/>
              </a:ext>
            </a:extLst>
          </p:cNvPr>
          <p:cNvGrpSpPr/>
          <p:nvPr/>
        </p:nvGrpSpPr>
        <p:grpSpPr>
          <a:xfrm>
            <a:off x="10735534" y="8579999"/>
            <a:ext cx="1394886" cy="681020"/>
            <a:chOff x="4887449" y="3733884"/>
            <a:chExt cx="1394886" cy="681020"/>
          </a:xfrm>
        </p:grpSpPr>
        <p:sp>
          <p:nvSpPr>
            <p:cNvPr id="514" name="Google Shape;1347;p53">
              <a:extLst>
                <a:ext uri="{FF2B5EF4-FFF2-40B4-BE49-F238E27FC236}">
                  <a16:creationId xmlns:a16="http://schemas.microsoft.com/office/drawing/2014/main" id="{E8DADCBE-730A-CB33-53E6-F07449B7B388}"/>
                </a:ext>
              </a:extLst>
            </p:cNvPr>
            <p:cNvSpPr/>
            <p:nvPr/>
          </p:nvSpPr>
          <p:spPr>
            <a:xfrm>
              <a:off x="4887449" y="3733884"/>
              <a:ext cx="1394886" cy="681020"/>
            </a:xfrm>
            <a:custGeom>
              <a:avLst/>
              <a:gdLst/>
              <a:ahLst/>
              <a:cxnLst/>
              <a:rect l="l" t="t" r="r" b="b"/>
              <a:pathLst>
                <a:path w="30025" h="14659" extrusionOk="0">
                  <a:moveTo>
                    <a:pt x="1781" y="1"/>
                  </a:moveTo>
                  <a:cubicBezTo>
                    <a:pt x="781" y="1"/>
                    <a:pt x="1" y="806"/>
                    <a:pt x="1" y="1781"/>
                  </a:cubicBezTo>
                  <a:lnTo>
                    <a:pt x="1" y="12878"/>
                  </a:lnTo>
                  <a:cubicBezTo>
                    <a:pt x="1" y="13878"/>
                    <a:pt x="781" y="14659"/>
                    <a:pt x="1781" y="14659"/>
                  </a:cubicBezTo>
                  <a:lnTo>
                    <a:pt x="28244" y="14659"/>
                  </a:lnTo>
                  <a:cubicBezTo>
                    <a:pt x="29244" y="14659"/>
                    <a:pt x="30025" y="13878"/>
                    <a:pt x="30025" y="12878"/>
                  </a:cubicBezTo>
                  <a:lnTo>
                    <a:pt x="30025" y="1781"/>
                  </a:lnTo>
                  <a:cubicBezTo>
                    <a:pt x="30025" y="806"/>
                    <a:pt x="29244" y="1"/>
                    <a:pt x="28244" y="1"/>
                  </a:cubicBezTo>
                  <a:close/>
                </a:path>
              </a:pathLst>
            </a:cu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1348;p53">
              <a:extLst>
                <a:ext uri="{FF2B5EF4-FFF2-40B4-BE49-F238E27FC236}">
                  <a16:creationId xmlns:a16="http://schemas.microsoft.com/office/drawing/2014/main" id="{479DA916-6A1A-436F-E9FE-24D1441BCCC7}"/>
                </a:ext>
              </a:extLst>
            </p:cNvPr>
            <p:cNvSpPr/>
            <p:nvPr/>
          </p:nvSpPr>
          <p:spPr>
            <a:xfrm>
              <a:off x="4953279" y="3826056"/>
              <a:ext cx="1273447" cy="510707"/>
            </a:xfrm>
            <a:custGeom>
              <a:avLst/>
              <a:gdLst/>
              <a:ahLst/>
              <a:cxnLst/>
              <a:rect l="l" t="t" r="r" b="b"/>
              <a:pathLst>
                <a:path w="27411" h="10993" extrusionOk="0">
                  <a:moveTo>
                    <a:pt x="1287" y="0"/>
                  </a:moveTo>
                  <a:cubicBezTo>
                    <a:pt x="397" y="0"/>
                    <a:pt x="0" y="1451"/>
                    <a:pt x="1072" y="1773"/>
                  </a:cubicBezTo>
                  <a:lnTo>
                    <a:pt x="11145" y="5504"/>
                  </a:lnTo>
                  <a:lnTo>
                    <a:pt x="1047" y="9260"/>
                  </a:lnTo>
                  <a:cubicBezTo>
                    <a:pt x="121" y="9602"/>
                    <a:pt x="364" y="10992"/>
                    <a:pt x="1364" y="10992"/>
                  </a:cubicBezTo>
                  <a:cubicBezTo>
                    <a:pt x="1462" y="10992"/>
                    <a:pt x="1560" y="10968"/>
                    <a:pt x="1657" y="10943"/>
                  </a:cubicBezTo>
                  <a:lnTo>
                    <a:pt x="13681" y="6456"/>
                  </a:lnTo>
                  <a:lnTo>
                    <a:pt x="25705" y="10943"/>
                  </a:lnTo>
                  <a:cubicBezTo>
                    <a:pt x="25803" y="10972"/>
                    <a:pt x="25897" y="10985"/>
                    <a:pt x="25985" y="10985"/>
                  </a:cubicBezTo>
                  <a:cubicBezTo>
                    <a:pt x="26872" y="10985"/>
                    <a:pt x="27268" y="9659"/>
                    <a:pt x="26315" y="9260"/>
                  </a:cubicBezTo>
                  <a:lnTo>
                    <a:pt x="26339" y="9260"/>
                  </a:lnTo>
                  <a:lnTo>
                    <a:pt x="16242" y="5504"/>
                  </a:lnTo>
                  <a:lnTo>
                    <a:pt x="26339" y="1773"/>
                  </a:lnTo>
                  <a:cubicBezTo>
                    <a:pt x="27411" y="1451"/>
                    <a:pt x="27014" y="0"/>
                    <a:pt x="26124" y="0"/>
                  </a:cubicBezTo>
                  <a:cubicBezTo>
                    <a:pt x="26001" y="0"/>
                    <a:pt x="25869" y="28"/>
                    <a:pt x="25730" y="90"/>
                  </a:cubicBezTo>
                  <a:lnTo>
                    <a:pt x="13706" y="4578"/>
                  </a:lnTo>
                  <a:lnTo>
                    <a:pt x="1681" y="90"/>
                  </a:lnTo>
                  <a:cubicBezTo>
                    <a:pt x="1542" y="28"/>
                    <a:pt x="1410" y="0"/>
                    <a:pt x="1287"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1349;p53">
            <a:extLst>
              <a:ext uri="{FF2B5EF4-FFF2-40B4-BE49-F238E27FC236}">
                <a16:creationId xmlns:a16="http://schemas.microsoft.com/office/drawing/2014/main" id="{E23A8B20-F262-C20D-3339-A55F9A9EDF09}"/>
              </a:ext>
            </a:extLst>
          </p:cNvPr>
          <p:cNvGrpSpPr/>
          <p:nvPr/>
        </p:nvGrpSpPr>
        <p:grpSpPr>
          <a:xfrm>
            <a:off x="4027897" y="7915370"/>
            <a:ext cx="493304" cy="493304"/>
            <a:chOff x="6221117" y="3926992"/>
            <a:chExt cx="493304" cy="493304"/>
          </a:xfrm>
        </p:grpSpPr>
        <p:sp>
          <p:nvSpPr>
            <p:cNvPr id="563" name="Google Shape;1350;p53">
              <a:extLst>
                <a:ext uri="{FF2B5EF4-FFF2-40B4-BE49-F238E27FC236}">
                  <a16:creationId xmlns:a16="http://schemas.microsoft.com/office/drawing/2014/main" id="{A0C3C3AF-040D-A4CF-13D4-CF8F4340E54A}"/>
                </a:ext>
              </a:extLst>
            </p:cNvPr>
            <p:cNvSpPr/>
            <p:nvPr/>
          </p:nvSpPr>
          <p:spPr>
            <a:xfrm>
              <a:off x="6221117" y="3926992"/>
              <a:ext cx="493304" cy="493304"/>
            </a:xfrm>
            <a:custGeom>
              <a:avLst/>
              <a:gdLst/>
              <a:ahLst/>
              <a:cxnLst/>
              <a:rect l="l" t="t" r="r" b="b"/>
              <a:pathLst>
                <a:path w="14952" h="14952" extrusionOk="0">
                  <a:moveTo>
                    <a:pt x="1220" y="0"/>
                  </a:moveTo>
                  <a:cubicBezTo>
                    <a:pt x="562" y="0"/>
                    <a:pt x="1" y="561"/>
                    <a:pt x="1" y="1220"/>
                  </a:cubicBezTo>
                  <a:lnTo>
                    <a:pt x="1" y="13732"/>
                  </a:lnTo>
                  <a:cubicBezTo>
                    <a:pt x="1" y="14415"/>
                    <a:pt x="562" y="14951"/>
                    <a:pt x="1220" y="14951"/>
                  </a:cubicBezTo>
                  <a:lnTo>
                    <a:pt x="13732" y="14951"/>
                  </a:lnTo>
                  <a:cubicBezTo>
                    <a:pt x="14391" y="14951"/>
                    <a:pt x="14952" y="14415"/>
                    <a:pt x="14952" y="13732"/>
                  </a:cubicBezTo>
                  <a:lnTo>
                    <a:pt x="14952" y="1220"/>
                  </a:lnTo>
                  <a:cubicBezTo>
                    <a:pt x="14952" y="561"/>
                    <a:pt x="14391" y="0"/>
                    <a:pt x="13732" y="0"/>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1351;p53">
              <a:extLst>
                <a:ext uri="{FF2B5EF4-FFF2-40B4-BE49-F238E27FC236}">
                  <a16:creationId xmlns:a16="http://schemas.microsoft.com/office/drawing/2014/main" id="{15272DE3-0DA7-1C54-9017-C9206833C2E3}"/>
                </a:ext>
              </a:extLst>
            </p:cNvPr>
            <p:cNvSpPr/>
            <p:nvPr/>
          </p:nvSpPr>
          <p:spPr>
            <a:xfrm>
              <a:off x="6307745" y="4013620"/>
              <a:ext cx="320046" cy="320046"/>
            </a:xfrm>
            <a:custGeom>
              <a:avLst/>
              <a:gdLst/>
              <a:ahLst/>
              <a:cxnLst/>
              <a:rect l="l" t="t" r="r" b="b"/>
              <a:pathLst>
                <a:path w="8513" h="8513" extrusionOk="0">
                  <a:moveTo>
                    <a:pt x="4268" y="3172"/>
                  </a:moveTo>
                  <a:cubicBezTo>
                    <a:pt x="5219" y="3172"/>
                    <a:pt x="5707" y="4342"/>
                    <a:pt x="5024" y="5025"/>
                  </a:cubicBezTo>
                  <a:cubicBezTo>
                    <a:pt x="4804" y="5246"/>
                    <a:pt x="4532" y="5344"/>
                    <a:pt x="4265" y="5344"/>
                  </a:cubicBezTo>
                  <a:cubicBezTo>
                    <a:pt x="3707" y="5344"/>
                    <a:pt x="3171" y="4913"/>
                    <a:pt x="3171" y="4269"/>
                  </a:cubicBezTo>
                  <a:cubicBezTo>
                    <a:pt x="3171" y="3659"/>
                    <a:pt x="3659" y="3172"/>
                    <a:pt x="4268" y="3172"/>
                  </a:cubicBezTo>
                  <a:close/>
                  <a:moveTo>
                    <a:pt x="4707" y="1"/>
                  </a:moveTo>
                  <a:lnTo>
                    <a:pt x="4634" y="757"/>
                  </a:lnTo>
                  <a:cubicBezTo>
                    <a:pt x="4512" y="757"/>
                    <a:pt x="4390" y="733"/>
                    <a:pt x="4268" y="733"/>
                  </a:cubicBezTo>
                  <a:cubicBezTo>
                    <a:pt x="4000" y="733"/>
                    <a:pt x="3756" y="781"/>
                    <a:pt x="3488" y="830"/>
                  </a:cubicBezTo>
                  <a:lnTo>
                    <a:pt x="3317" y="74"/>
                  </a:lnTo>
                  <a:cubicBezTo>
                    <a:pt x="2537" y="269"/>
                    <a:pt x="1805" y="659"/>
                    <a:pt x="1220" y="1245"/>
                  </a:cubicBezTo>
                  <a:lnTo>
                    <a:pt x="1781" y="1781"/>
                  </a:lnTo>
                  <a:cubicBezTo>
                    <a:pt x="1512" y="2074"/>
                    <a:pt x="1293" y="2367"/>
                    <a:pt x="1122" y="2732"/>
                  </a:cubicBezTo>
                  <a:lnTo>
                    <a:pt x="415" y="2391"/>
                  </a:lnTo>
                  <a:cubicBezTo>
                    <a:pt x="146" y="2976"/>
                    <a:pt x="0" y="3611"/>
                    <a:pt x="0" y="4245"/>
                  </a:cubicBezTo>
                  <a:cubicBezTo>
                    <a:pt x="0" y="4415"/>
                    <a:pt x="0" y="4586"/>
                    <a:pt x="24" y="4757"/>
                  </a:cubicBezTo>
                  <a:lnTo>
                    <a:pt x="781" y="4659"/>
                  </a:lnTo>
                  <a:cubicBezTo>
                    <a:pt x="829" y="5050"/>
                    <a:pt x="951" y="5415"/>
                    <a:pt x="1122" y="5757"/>
                  </a:cubicBezTo>
                  <a:lnTo>
                    <a:pt x="415" y="6098"/>
                  </a:lnTo>
                  <a:cubicBezTo>
                    <a:pt x="781" y="6830"/>
                    <a:pt x="1317" y="7440"/>
                    <a:pt x="2024" y="7879"/>
                  </a:cubicBezTo>
                  <a:lnTo>
                    <a:pt x="2439" y="7220"/>
                  </a:lnTo>
                  <a:cubicBezTo>
                    <a:pt x="2756" y="7415"/>
                    <a:pt x="3098" y="7562"/>
                    <a:pt x="3488" y="7659"/>
                  </a:cubicBezTo>
                  <a:lnTo>
                    <a:pt x="3317" y="8415"/>
                  </a:lnTo>
                  <a:cubicBezTo>
                    <a:pt x="3610" y="8464"/>
                    <a:pt x="3951" y="8513"/>
                    <a:pt x="4268" y="8513"/>
                  </a:cubicBezTo>
                  <a:cubicBezTo>
                    <a:pt x="4756" y="8513"/>
                    <a:pt x="5244" y="8415"/>
                    <a:pt x="5707" y="8269"/>
                  </a:cubicBezTo>
                  <a:lnTo>
                    <a:pt x="5439" y="7537"/>
                  </a:lnTo>
                  <a:cubicBezTo>
                    <a:pt x="5805" y="7415"/>
                    <a:pt x="6146" y="7220"/>
                    <a:pt x="6439" y="7001"/>
                  </a:cubicBezTo>
                  <a:lnTo>
                    <a:pt x="6927" y="7610"/>
                  </a:lnTo>
                  <a:cubicBezTo>
                    <a:pt x="7561" y="7098"/>
                    <a:pt x="8024" y="6415"/>
                    <a:pt x="8293" y="5635"/>
                  </a:cubicBezTo>
                  <a:lnTo>
                    <a:pt x="7585" y="5391"/>
                  </a:lnTo>
                  <a:cubicBezTo>
                    <a:pt x="7707" y="5025"/>
                    <a:pt x="7756" y="4659"/>
                    <a:pt x="7780" y="4269"/>
                  </a:cubicBezTo>
                  <a:lnTo>
                    <a:pt x="7976" y="4269"/>
                  </a:lnTo>
                  <a:lnTo>
                    <a:pt x="8512" y="4318"/>
                  </a:lnTo>
                  <a:lnTo>
                    <a:pt x="8512" y="4269"/>
                  </a:lnTo>
                  <a:cubicBezTo>
                    <a:pt x="8512" y="3440"/>
                    <a:pt x="8293" y="2635"/>
                    <a:pt x="7854" y="1952"/>
                  </a:cubicBezTo>
                  <a:lnTo>
                    <a:pt x="7219" y="2367"/>
                  </a:lnTo>
                  <a:cubicBezTo>
                    <a:pt x="7000" y="2050"/>
                    <a:pt x="6756" y="1757"/>
                    <a:pt x="6463" y="1537"/>
                  </a:cubicBezTo>
                  <a:lnTo>
                    <a:pt x="6927" y="928"/>
                  </a:lnTo>
                  <a:cubicBezTo>
                    <a:pt x="6293" y="391"/>
                    <a:pt x="5512" y="74"/>
                    <a:pt x="470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 name="Google Shape;1352;p53">
            <a:extLst>
              <a:ext uri="{FF2B5EF4-FFF2-40B4-BE49-F238E27FC236}">
                <a16:creationId xmlns:a16="http://schemas.microsoft.com/office/drawing/2014/main" id="{B0DF5293-1A82-B8E2-57B9-A97E8A0A8836}"/>
              </a:ext>
            </a:extLst>
          </p:cNvPr>
          <p:cNvGrpSpPr/>
          <p:nvPr/>
        </p:nvGrpSpPr>
        <p:grpSpPr>
          <a:xfrm>
            <a:off x="-2506259" y="7467817"/>
            <a:ext cx="502903" cy="502903"/>
            <a:chOff x="5527763" y="4002275"/>
            <a:chExt cx="502903" cy="502903"/>
          </a:xfrm>
        </p:grpSpPr>
        <p:sp>
          <p:nvSpPr>
            <p:cNvPr id="566" name="Google Shape;1353;p53">
              <a:extLst>
                <a:ext uri="{FF2B5EF4-FFF2-40B4-BE49-F238E27FC236}">
                  <a16:creationId xmlns:a16="http://schemas.microsoft.com/office/drawing/2014/main" id="{F817805B-8C4F-C36E-8FB7-EAE3E90D65E9}"/>
                </a:ext>
              </a:extLst>
            </p:cNvPr>
            <p:cNvSpPr/>
            <p:nvPr/>
          </p:nvSpPr>
          <p:spPr>
            <a:xfrm>
              <a:off x="5527763" y="4002275"/>
              <a:ext cx="502903" cy="502903"/>
            </a:xfrm>
            <a:custGeom>
              <a:avLst/>
              <a:gdLst/>
              <a:ahLst/>
              <a:cxnLst/>
              <a:rect l="l" t="t" r="r" b="b"/>
              <a:pathLst>
                <a:path w="14708" h="14708" extrusionOk="0">
                  <a:moveTo>
                    <a:pt x="2123" y="0"/>
                  </a:moveTo>
                  <a:cubicBezTo>
                    <a:pt x="952" y="0"/>
                    <a:pt x="1" y="951"/>
                    <a:pt x="1" y="2122"/>
                  </a:cubicBezTo>
                  <a:lnTo>
                    <a:pt x="1" y="12585"/>
                  </a:lnTo>
                  <a:cubicBezTo>
                    <a:pt x="1" y="13780"/>
                    <a:pt x="952" y="14707"/>
                    <a:pt x="2123" y="14707"/>
                  </a:cubicBezTo>
                  <a:lnTo>
                    <a:pt x="12586" y="14707"/>
                  </a:lnTo>
                  <a:cubicBezTo>
                    <a:pt x="13756" y="14707"/>
                    <a:pt x="14708" y="13780"/>
                    <a:pt x="14708" y="12585"/>
                  </a:cubicBezTo>
                  <a:lnTo>
                    <a:pt x="14708" y="2122"/>
                  </a:lnTo>
                  <a:cubicBezTo>
                    <a:pt x="14708" y="951"/>
                    <a:pt x="13756" y="0"/>
                    <a:pt x="12586"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1354;p53">
              <a:extLst>
                <a:ext uri="{FF2B5EF4-FFF2-40B4-BE49-F238E27FC236}">
                  <a16:creationId xmlns:a16="http://schemas.microsoft.com/office/drawing/2014/main" id="{59C3F828-B420-8816-798F-10646C6A9E74}"/>
                </a:ext>
              </a:extLst>
            </p:cNvPr>
            <p:cNvSpPr/>
            <p:nvPr/>
          </p:nvSpPr>
          <p:spPr>
            <a:xfrm>
              <a:off x="5619196" y="4093708"/>
              <a:ext cx="320037" cy="320038"/>
            </a:xfrm>
            <a:custGeom>
              <a:avLst/>
              <a:gdLst/>
              <a:ahLst/>
              <a:cxnLst/>
              <a:rect l="l" t="t" r="r" b="b"/>
              <a:pathLst>
                <a:path w="4805" h="4610" extrusionOk="0">
                  <a:moveTo>
                    <a:pt x="3537" y="0"/>
                  </a:moveTo>
                  <a:lnTo>
                    <a:pt x="1707" y="2415"/>
                  </a:lnTo>
                  <a:lnTo>
                    <a:pt x="927" y="1878"/>
                  </a:lnTo>
                  <a:lnTo>
                    <a:pt x="0" y="3171"/>
                  </a:lnTo>
                  <a:lnTo>
                    <a:pt x="2049" y="4610"/>
                  </a:lnTo>
                  <a:lnTo>
                    <a:pt x="4805" y="976"/>
                  </a:lnTo>
                  <a:lnTo>
                    <a:pt x="3537" y="0"/>
                  </a:lnTo>
                  <a:close/>
                </a:path>
              </a:pathLst>
            </a:cu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9315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1D23E356-202A-3621-A841-E8A8B18DBDBF}"/>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E556F8E1-9FB9-DFB9-BBC8-24BB21142878}"/>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en-US" sz="3600" b="1">
                <a:solidFill>
                  <a:schemeClr val="hlink"/>
                </a:solidFill>
                <a:uFill>
                  <a:noFill/>
                </a:uFill>
                <a:latin typeface="Oswald" pitchFamily="2" charset="0"/>
                <a:ea typeface="Karla"/>
                <a:cs typeface="Karla"/>
                <a:sym typeface="Karla"/>
              </a:rPr>
              <a:t>CÀI ĐẶT CHƯƠNG TRÌNH</a:t>
            </a:r>
            <a:endParaRPr lang="en-US" sz="3600" b="1">
              <a:latin typeface="Oswald" pitchFamily="2" charset="0"/>
              <a:ea typeface="Karla"/>
              <a:cs typeface="Karla"/>
              <a:sym typeface="Karla"/>
            </a:endParaRPr>
          </a:p>
        </p:txBody>
      </p:sp>
      <p:sp>
        <p:nvSpPr>
          <p:cNvPr id="508" name="Google Shape;508;p31">
            <a:extLst>
              <a:ext uri="{FF2B5EF4-FFF2-40B4-BE49-F238E27FC236}">
                <a16:creationId xmlns:a16="http://schemas.microsoft.com/office/drawing/2014/main" id="{47432AFD-B691-5862-7418-F50E68978690}"/>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53C3C5DD-848F-D53E-4AD0-799C8BD35EE9}"/>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46926A10-C923-D388-CF8E-8E9A062C936A}"/>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487;p31">
            <a:extLst>
              <a:ext uri="{FF2B5EF4-FFF2-40B4-BE49-F238E27FC236}">
                <a16:creationId xmlns:a16="http://schemas.microsoft.com/office/drawing/2014/main" id="{CFA5EC8F-9552-9C33-8639-514BAF6A08BE}"/>
              </a:ext>
            </a:extLst>
          </p:cNvPr>
          <p:cNvGrpSpPr/>
          <p:nvPr/>
        </p:nvGrpSpPr>
        <p:grpSpPr>
          <a:xfrm>
            <a:off x="713914" y="1346666"/>
            <a:ext cx="7922086" cy="3419938"/>
            <a:chOff x="4754850" y="1600325"/>
            <a:chExt cx="3771900" cy="1412550"/>
          </a:xfrm>
        </p:grpSpPr>
        <p:sp>
          <p:nvSpPr>
            <p:cNvPr id="51" name="Google Shape;488;p31">
              <a:extLst>
                <a:ext uri="{FF2B5EF4-FFF2-40B4-BE49-F238E27FC236}">
                  <a16:creationId xmlns:a16="http://schemas.microsoft.com/office/drawing/2014/main" id="{21809EE8-9BD3-CFE8-0F60-3B8F98BCB94F}"/>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89;p31">
              <a:extLst>
                <a:ext uri="{FF2B5EF4-FFF2-40B4-BE49-F238E27FC236}">
                  <a16:creationId xmlns:a16="http://schemas.microsoft.com/office/drawing/2014/main" id="{28C6491C-A7D3-710D-6584-F22A2C223039}"/>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490;p31">
              <a:extLst>
                <a:ext uri="{FF2B5EF4-FFF2-40B4-BE49-F238E27FC236}">
                  <a16:creationId xmlns:a16="http://schemas.microsoft.com/office/drawing/2014/main" id="{1B28F092-4285-4490-F4B8-C47414ECD064}"/>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55" name="Google Shape;498;p31">
            <a:extLst>
              <a:ext uri="{FF2B5EF4-FFF2-40B4-BE49-F238E27FC236}">
                <a16:creationId xmlns:a16="http://schemas.microsoft.com/office/drawing/2014/main" id="{22FF3ADF-0C37-9390-BF7F-7BBE5BD1D5A0}"/>
              </a:ext>
            </a:extLst>
          </p:cNvPr>
          <p:cNvSpPr txBox="1">
            <a:spLocks/>
          </p:cNvSpPr>
          <p:nvPr/>
        </p:nvSpPr>
        <p:spPr>
          <a:xfrm>
            <a:off x="508000" y="1107144"/>
            <a:ext cx="12092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5</a:t>
            </a:r>
            <a:r>
              <a:rPr lang="en" sz="2800"/>
              <a:t>.1</a:t>
            </a:r>
            <a:endParaRPr lang="en"/>
          </a:p>
        </p:txBody>
      </p:sp>
      <p:sp>
        <p:nvSpPr>
          <p:cNvPr id="8" name="Google Shape;495;p31">
            <a:extLst>
              <a:ext uri="{FF2B5EF4-FFF2-40B4-BE49-F238E27FC236}">
                <a16:creationId xmlns:a16="http://schemas.microsoft.com/office/drawing/2014/main" id="{DD1414B6-AD54-B9D6-3414-D34A7745068B}"/>
              </a:ext>
            </a:extLst>
          </p:cNvPr>
          <p:cNvSpPr txBox="1">
            <a:spLocks/>
          </p:cNvSpPr>
          <p:nvPr/>
        </p:nvSpPr>
        <p:spPr>
          <a:xfrm>
            <a:off x="828061" y="1789728"/>
            <a:ext cx="6485241" cy="2475115"/>
          </a:xfrm>
          <a:prstGeom prst="rect">
            <a:avLst/>
          </a:prstGeom>
          <a:noFill/>
          <a:ln>
            <a:noFill/>
          </a:ln>
        </p:spPr>
        <p:txBody>
          <a:bodyPr spcFirstLastPara="1" wrap="square" lIns="91425" tIns="91425" rIns="91425" bIns="91425" numCol="1"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vi-VN" sz="1500" b="1">
                <a:latin typeface="Oswald Light" pitchFamily="2" charset="0"/>
              </a:rPr>
              <a:t>Ngôn ngữ &amp; giao diện</a:t>
            </a:r>
          </a:p>
          <a:p>
            <a:pPr marL="0" indent="0">
              <a:lnSpc>
                <a:spcPct val="150000"/>
              </a:lnSpc>
            </a:pPr>
            <a:r>
              <a:rPr lang="vi-VN" sz="1500">
                <a:latin typeface="Oswald Light" pitchFamily="2" charset="0"/>
              </a:rPr>
              <a:t>Java (JDK 21) – phát triển ứng dụng Android</a:t>
            </a:r>
          </a:p>
          <a:p>
            <a:pPr marL="0" indent="0">
              <a:lnSpc>
                <a:spcPct val="150000"/>
              </a:lnSpc>
            </a:pPr>
            <a:r>
              <a:rPr lang="vi-VN" sz="1500">
                <a:latin typeface="Oswald Light" pitchFamily="2" charset="0"/>
              </a:rPr>
              <a:t>XML – thiết kế giao diện người dùng</a:t>
            </a:r>
          </a:p>
          <a:p>
            <a:pPr marL="0" indent="0">
              <a:lnSpc>
                <a:spcPct val="150000"/>
              </a:lnSpc>
            </a:pPr>
            <a:r>
              <a:rPr lang="vi-VN" sz="1500" b="1">
                <a:latin typeface="Oswald Light" pitchFamily="2" charset="0"/>
              </a:rPr>
              <a:t>IDE</a:t>
            </a:r>
          </a:p>
          <a:p>
            <a:pPr marL="0" indent="0">
              <a:lnSpc>
                <a:spcPct val="150000"/>
              </a:lnSpc>
            </a:pPr>
            <a:r>
              <a:rPr lang="vi-VN" sz="1500">
                <a:latin typeface="Oswald Light" pitchFamily="2" charset="0"/>
              </a:rPr>
              <a:t>Android Studio (Hedgehog / Iguana)</a:t>
            </a:r>
          </a:p>
          <a:p>
            <a:pPr marL="0" indent="0">
              <a:lnSpc>
                <a:spcPct val="150000"/>
              </a:lnSpc>
            </a:pPr>
            <a:r>
              <a:rPr lang="vi-VN" sz="1500">
                <a:latin typeface="Oswald Light" pitchFamily="2" charset="0"/>
              </a:rPr>
              <a:t>Hỗ trợ: Layout Editor, Debug, Emulator, Gradle build</a:t>
            </a:r>
          </a:p>
        </p:txBody>
      </p:sp>
      <p:sp>
        <p:nvSpPr>
          <p:cNvPr id="54" name="Google Shape;495;p31">
            <a:extLst>
              <a:ext uri="{FF2B5EF4-FFF2-40B4-BE49-F238E27FC236}">
                <a16:creationId xmlns:a16="http://schemas.microsoft.com/office/drawing/2014/main" id="{90995DDC-A996-AFF1-54A1-0EE1752A819F}"/>
              </a:ext>
            </a:extLst>
          </p:cNvPr>
          <p:cNvSpPr txBox="1">
            <a:spLocks/>
          </p:cNvSpPr>
          <p:nvPr/>
        </p:nvSpPr>
        <p:spPr>
          <a:xfrm>
            <a:off x="1519522" y="1291030"/>
            <a:ext cx="4108392"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vi-VN">
                <a:latin typeface="Oswald" pitchFamily="2" charset="0"/>
              </a:rPr>
              <a:t>Công cụ và môi trường phát triển</a:t>
            </a:r>
            <a:endParaRPr lang="en-US">
              <a:latin typeface="Oswald" pitchFamily="2" charset="0"/>
            </a:endParaRPr>
          </a:p>
        </p:txBody>
      </p:sp>
      <p:sp>
        <p:nvSpPr>
          <p:cNvPr id="2" name="Google Shape;495;p31">
            <a:extLst>
              <a:ext uri="{FF2B5EF4-FFF2-40B4-BE49-F238E27FC236}">
                <a16:creationId xmlns:a16="http://schemas.microsoft.com/office/drawing/2014/main" id="{E9CFA66D-AC83-8959-854C-722A1BF010F8}"/>
              </a:ext>
            </a:extLst>
          </p:cNvPr>
          <p:cNvSpPr txBox="1">
            <a:spLocks/>
          </p:cNvSpPr>
          <p:nvPr/>
        </p:nvSpPr>
        <p:spPr>
          <a:xfrm>
            <a:off x="713914" y="-2684189"/>
            <a:ext cx="7132204" cy="25513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en-US" sz="1200">
                <a:latin typeface="Oswald Light" pitchFamily="2" charset="0"/>
              </a:rPr>
              <a:t>- </a:t>
            </a:r>
            <a:r>
              <a:rPr lang="vi-VN" sz="1200" b="1">
                <a:latin typeface="Oswald Light" pitchFamily="2" charset="0"/>
              </a:rPr>
              <a:t>Sản phẩm</a:t>
            </a:r>
            <a:r>
              <a:rPr lang="vi-VN" sz="1200">
                <a:latin typeface="Oswald Light" pitchFamily="2" charset="0"/>
              </a:rPr>
              <a:t>: Mỗi sản phẩm điện thoại trong hệ thống được xác định bởi mã sản phẩm, tên sản phẩm, kích thước màn, camera trước, camera sau, dung lượng pin, chip xử lý, thời gian bảo hành và các thuộc tính khác như màu sắc, xuất xứ, thương hiệu, ram, rom, hệ điều hành, giá nhập vào, giá xuất ra.</a:t>
            </a:r>
          </a:p>
          <a:p>
            <a:pPr marL="0" indent="0">
              <a:lnSpc>
                <a:spcPct val="150000"/>
              </a:lnSpc>
            </a:pPr>
            <a:r>
              <a:rPr lang="en-US" sz="1200">
                <a:latin typeface="Oswald Light" pitchFamily="2" charset="0"/>
              </a:rPr>
              <a:t>- </a:t>
            </a:r>
            <a:r>
              <a:rPr lang="vi-VN" sz="1200" b="1">
                <a:latin typeface="Oswald Light" pitchFamily="2" charset="0"/>
              </a:rPr>
              <a:t>Phiếu nhập: </a:t>
            </a:r>
            <a:r>
              <a:rPr lang="vi-VN" sz="1200">
                <a:latin typeface="Oswald Light" pitchFamily="2" charset="0"/>
              </a:rPr>
              <a:t>Đối tượng này lưu trữ thông tin về việc nhập hàng vào kho, bao gồm số lượng sản phẩm, mã IMEI, nhà cung cấp, ngày nhập hàng, và nhân viên nhập hàng.</a:t>
            </a:r>
          </a:p>
          <a:p>
            <a:pPr marL="0" indent="0">
              <a:lnSpc>
                <a:spcPct val="150000"/>
              </a:lnSpc>
            </a:pPr>
            <a:r>
              <a:rPr lang="en-US" sz="1200">
                <a:latin typeface="Oswald Light" pitchFamily="2" charset="0"/>
              </a:rPr>
              <a:t>- </a:t>
            </a:r>
            <a:r>
              <a:rPr lang="vi-VN" sz="1200" b="1">
                <a:latin typeface="Oswald Light" pitchFamily="2" charset="0"/>
              </a:rPr>
              <a:t>Phiếu xuất: </a:t>
            </a:r>
            <a:r>
              <a:rPr lang="vi-VN" sz="1200">
                <a:latin typeface="Oswald Light" pitchFamily="2" charset="0"/>
              </a:rPr>
              <a:t>Đối tượng này lưu trữ thông tin về việc xuất hàng từ kho, bao gồm số lượng sản phẩm, mã IMEI, khách hàng, ngày xuất hàng, và nhân viên xuất hàng.</a:t>
            </a:r>
          </a:p>
          <a:p>
            <a:pPr marL="0" indent="0">
              <a:lnSpc>
                <a:spcPct val="150000"/>
              </a:lnSpc>
            </a:pPr>
            <a:r>
              <a:rPr lang="en-US" sz="1200">
                <a:latin typeface="Oswald Light" pitchFamily="2" charset="0"/>
              </a:rPr>
              <a:t>- </a:t>
            </a:r>
            <a:r>
              <a:rPr lang="vi-VN" sz="1200" b="1">
                <a:latin typeface="Oswald Light" pitchFamily="2" charset="0"/>
              </a:rPr>
              <a:t>Khách hàng</a:t>
            </a:r>
            <a:r>
              <a:rPr lang="vi-VN" sz="1200">
                <a:latin typeface="Oswald Light" pitchFamily="2" charset="0"/>
              </a:rPr>
              <a:t>: Lưu trữ thông tin của khách hàng, bao gồm tên, địa chỉ, số điện thoại và lịch sử giao dịch.</a:t>
            </a:r>
          </a:p>
          <a:p>
            <a:pPr marL="0" indent="0">
              <a:lnSpc>
                <a:spcPct val="150000"/>
              </a:lnSpc>
            </a:pPr>
            <a:r>
              <a:rPr lang="en-US" sz="1200">
                <a:latin typeface="Oswald Light" pitchFamily="2" charset="0"/>
              </a:rPr>
              <a:t>- </a:t>
            </a:r>
            <a:r>
              <a:rPr lang="vi-VN" sz="1200" b="1">
                <a:latin typeface="Oswald Light" pitchFamily="2" charset="0"/>
              </a:rPr>
              <a:t>Nhà cung cấp: </a:t>
            </a:r>
            <a:r>
              <a:rPr lang="vi-VN" sz="1200">
                <a:latin typeface="Oswald Light" pitchFamily="2" charset="0"/>
              </a:rPr>
              <a:t>Lưu trữ thông tin của nhà cung cấp, bao gồm tên, địa chỉ, số điện thoại, email và lịch sử giao dịch nhập hàng.</a:t>
            </a:r>
          </a:p>
        </p:txBody>
      </p:sp>
      <p:pic>
        <p:nvPicPr>
          <p:cNvPr id="3" name="Picture 2">
            <a:extLst>
              <a:ext uri="{FF2B5EF4-FFF2-40B4-BE49-F238E27FC236}">
                <a16:creationId xmlns:a16="http://schemas.microsoft.com/office/drawing/2014/main" id="{6036BE83-E170-2842-99DA-C16F25D7F60D}"/>
              </a:ext>
            </a:extLst>
          </p:cNvPr>
          <p:cNvPicPr>
            <a:picLocks noChangeAspect="1"/>
          </p:cNvPicPr>
          <p:nvPr/>
        </p:nvPicPr>
        <p:blipFill>
          <a:blip r:embed="rId3"/>
          <a:stretch>
            <a:fillRect/>
          </a:stretch>
        </p:blipFill>
        <p:spPr>
          <a:xfrm flipH="1">
            <a:off x="7286241" y="2051693"/>
            <a:ext cx="742950" cy="742950"/>
          </a:xfrm>
          <a:prstGeom prst="rect">
            <a:avLst/>
          </a:prstGeom>
        </p:spPr>
      </p:pic>
      <p:pic>
        <p:nvPicPr>
          <p:cNvPr id="4" name="Picture 3">
            <a:extLst>
              <a:ext uri="{FF2B5EF4-FFF2-40B4-BE49-F238E27FC236}">
                <a16:creationId xmlns:a16="http://schemas.microsoft.com/office/drawing/2014/main" id="{21A9A361-9366-0061-617C-248B4E3D42BB}"/>
              </a:ext>
            </a:extLst>
          </p:cNvPr>
          <p:cNvPicPr>
            <a:picLocks noChangeAspect="1"/>
          </p:cNvPicPr>
          <p:nvPr/>
        </p:nvPicPr>
        <p:blipFill>
          <a:blip r:embed="rId3"/>
          <a:stretch>
            <a:fillRect/>
          </a:stretch>
        </p:blipFill>
        <p:spPr>
          <a:xfrm flipH="1">
            <a:off x="7313932" y="3174568"/>
            <a:ext cx="742950" cy="742950"/>
          </a:xfrm>
          <a:prstGeom prst="rect">
            <a:avLst/>
          </a:prstGeom>
        </p:spPr>
      </p:pic>
    </p:spTree>
    <p:extLst>
      <p:ext uri="{BB962C8B-B14F-4D97-AF65-F5344CB8AC3E}">
        <p14:creationId xmlns:p14="http://schemas.microsoft.com/office/powerpoint/2010/main" val="355814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AA186743-6A4E-C14D-CD36-F5A65F7CFC3F}"/>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83AF1101-095D-DE36-45BA-53CA35FE0C97}"/>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en-US" sz="3600" b="1">
                <a:solidFill>
                  <a:schemeClr val="hlink"/>
                </a:solidFill>
                <a:uFill>
                  <a:noFill/>
                </a:uFill>
                <a:latin typeface="Oswald" pitchFamily="2" charset="0"/>
                <a:ea typeface="Karla"/>
                <a:cs typeface="Karla"/>
                <a:sym typeface="Karla"/>
              </a:rPr>
              <a:t>CÀI ĐẶT CHƯƠNG TRÌNH</a:t>
            </a:r>
            <a:endParaRPr lang="en-US" sz="3600" b="1">
              <a:latin typeface="Oswald" pitchFamily="2" charset="0"/>
              <a:ea typeface="Karla"/>
              <a:cs typeface="Karla"/>
              <a:sym typeface="Karla"/>
            </a:endParaRPr>
          </a:p>
        </p:txBody>
      </p:sp>
      <p:sp>
        <p:nvSpPr>
          <p:cNvPr id="508" name="Google Shape;508;p31">
            <a:extLst>
              <a:ext uri="{FF2B5EF4-FFF2-40B4-BE49-F238E27FC236}">
                <a16:creationId xmlns:a16="http://schemas.microsoft.com/office/drawing/2014/main" id="{FE4FA725-C1F5-56E9-385D-E2D4EE4A7567}"/>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BEFE13AD-B44A-7568-844C-B219A52C7A4B}"/>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50132FD8-07DC-7B21-E3CA-B9E8CABDADC3}"/>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487;p31">
            <a:extLst>
              <a:ext uri="{FF2B5EF4-FFF2-40B4-BE49-F238E27FC236}">
                <a16:creationId xmlns:a16="http://schemas.microsoft.com/office/drawing/2014/main" id="{A944D3D9-E597-1C1A-9C9D-B99F884F546A}"/>
              </a:ext>
            </a:extLst>
          </p:cNvPr>
          <p:cNvGrpSpPr/>
          <p:nvPr/>
        </p:nvGrpSpPr>
        <p:grpSpPr>
          <a:xfrm>
            <a:off x="713914" y="1346666"/>
            <a:ext cx="7922086" cy="3419938"/>
            <a:chOff x="4754850" y="1600325"/>
            <a:chExt cx="3771900" cy="1412550"/>
          </a:xfrm>
        </p:grpSpPr>
        <p:sp>
          <p:nvSpPr>
            <p:cNvPr id="51" name="Google Shape;488;p31">
              <a:extLst>
                <a:ext uri="{FF2B5EF4-FFF2-40B4-BE49-F238E27FC236}">
                  <a16:creationId xmlns:a16="http://schemas.microsoft.com/office/drawing/2014/main" id="{CB41EC18-29F2-562D-8273-15F766AC7E44}"/>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89;p31">
              <a:extLst>
                <a:ext uri="{FF2B5EF4-FFF2-40B4-BE49-F238E27FC236}">
                  <a16:creationId xmlns:a16="http://schemas.microsoft.com/office/drawing/2014/main" id="{4ABA431B-1DC7-8F35-0889-1CFCAC9B26C0}"/>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490;p31">
              <a:extLst>
                <a:ext uri="{FF2B5EF4-FFF2-40B4-BE49-F238E27FC236}">
                  <a16:creationId xmlns:a16="http://schemas.microsoft.com/office/drawing/2014/main" id="{D9C5A5EA-B692-5368-AB64-39966BFAE57E}"/>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55" name="Google Shape;498;p31">
            <a:extLst>
              <a:ext uri="{FF2B5EF4-FFF2-40B4-BE49-F238E27FC236}">
                <a16:creationId xmlns:a16="http://schemas.microsoft.com/office/drawing/2014/main" id="{000742F1-9A1D-5DF4-B224-13E11735186E}"/>
              </a:ext>
            </a:extLst>
          </p:cNvPr>
          <p:cNvSpPr txBox="1">
            <a:spLocks/>
          </p:cNvSpPr>
          <p:nvPr/>
        </p:nvSpPr>
        <p:spPr>
          <a:xfrm>
            <a:off x="508000" y="1107144"/>
            <a:ext cx="12092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5</a:t>
            </a:r>
            <a:r>
              <a:rPr lang="en" sz="2800"/>
              <a:t>.1</a:t>
            </a:r>
            <a:endParaRPr lang="en"/>
          </a:p>
        </p:txBody>
      </p:sp>
      <p:sp>
        <p:nvSpPr>
          <p:cNvPr id="8" name="Google Shape;495;p31">
            <a:extLst>
              <a:ext uri="{FF2B5EF4-FFF2-40B4-BE49-F238E27FC236}">
                <a16:creationId xmlns:a16="http://schemas.microsoft.com/office/drawing/2014/main" id="{24ADD02B-23DE-715D-ECDC-16A32ED6EB52}"/>
              </a:ext>
            </a:extLst>
          </p:cNvPr>
          <p:cNvSpPr txBox="1">
            <a:spLocks/>
          </p:cNvSpPr>
          <p:nvPr/>
        </p:nvSpPr>
        <p:spPr>
          <a:xfrm>
            <a:off x="785006" y="1847623"/>
            <a:ext cx="6962627" cy="2758861"/>
          </a:xfrm>
          <a:prstGeom prst="rect">
            <a:avLst/>
          </a:prstGeom>
          <a:noFill/>
          <a:ln>
            <a:noFill/>
          </a:ln>
        </p:spPr>
        <p:txBody>
          <a:bodyPr spcFirstLastPara="1" wrap="square" lIns="91425" tIns="91425" rIns="91425" bIns="91425" numCol="1"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vi-VN" sz="1500" b="1">
                <a:latin typeface="Oswald Light" pitchFamily="2" charset="0"/>
              </a:rPr>
              <a:t>Nền tảng &amp; SDK</a:t>
            </a:r>
          </a:p>
          <a:p>
            <a:pPr marL="0" indent="0">
              <a:lnSpc>
                <a:spcPct val="150000"/>
              </a:lnSpc>
            </a:pPr>
            <a:r>
              <a:rPr lang="vi-VN" sz="1500">
                <a:latin typeface="Oswald Light" pitchFamily="2" charset="0"/>
              </a:rPr>
              <a:t>Android SDK: API Level 33+</a:t>
            </a:r>
          </a:p>
          <a:p>
            <a:pPr marL="0" indent="0">
              <a:lnSpc>
                <a:spcPct val="150000"/>
              </a:lnSpc>
            </a:pPr>
            <a:r>
              <a:rPr lang="vi-VN" sz="1500">
                <a:latin typeface="Oswald Light" pitchFamily="2" charset="0"/>
              </a:rPr>
              <a:t>Gradle 8.x</a:t>
            </a:r>
          </a:p>
          <a:p>
            <a:pPr marL="0" indent="0">
              <a:lnSpc>
                <a:spcPct val="150000"/>
              </a:lnSpc>
            </a:pPr>
            <a:r>
              <a:rPr lang="vi-VN" sz="1500" b="1">
                <a:latin typeface="Oswald Light" pitchFamily="2" charset="0"/>
              </a:rPr>
              <a:t>Thư viện &amp; công nghệ</a:t>
            </a:r>
          </a:p>
          <a:p>
            <a:pPr marL="0" indent="0">
              <a:lnSpc>
                <a:spcPct val="150000"/>
              </a:lnSpc>
            </a:pPr>
            <a:r>
              <a:rPr lang="vi-VN" sz="1500">
                <a:latin typeface="Oswald Light" pitchFamily="2" charset="0"/>
              </a:rPr>
              <a:t>Volley – gửi request đến AniList GraphQL API</a:t>
            </a:r>
          </a:p>
          <a:p>
            <a:pPr marL="0" indent="0">
              <a:lnSpc>
                <a:spcPct val="150000"/>
              </a:lnSpc>
            </a:pPr>
            <a:r>
              <a:rPr lang="vi-VN" sz="1500">
                <a:latin typeface="Oswald Light" pitchFamily="2" charset="0"/>
              </a:rPr>
              <a:t>Glide – tải và hiển thị hình ảnh poster</a:t>
            </a:r>
          </a:p>
          <a:p>
            <a:pPr marL="0" indent="0">
              <a:lnSpc>
                <a:spcPct val="150000"/>
              </a:lnSpc>
            </a:pPr>
            <a:r>
              <a:rPr lang="vi-VN" sz="1500">
                <a:latin typeface="Oswald Light" pitchFamily="2" charset="0"/>
              </a:rPr>
              <a:t>Firebase Authentication – đăng nhập người dùng</a:t>
            </a:r>
          </a:p>
          <a:p>
            <a:pPr marL="0" indent="0">
              <a:lnSpc>
                <a:spcPct val="150000"/>
              </a:lnSpc>
            </a:pPr>
            <a:r>
              <a:rPr lang="vi-VN" sz="1500">
                <a:latin typeface="Oswald Light" pitchFamily="2" charset="0"/>
              </a:rPr>
              <a:t>Firebase Firestore – lưu favorite &amp; historyYouTube / Media Player – phát trailer Anime</a:t>
            </a:r>
          </a:p>
        </p:txBody>
      </p:sp>
      <p:sp>
        <p:nvSpPr>
          <p:cNvPr id="54" name="Google Shape;495;p31">
            <a:extLst>
              <a:ext uri="{FF2B5EF4-FFF2-40B4-BE49-F238E27FC236}">
                <a16:creationId xmlns:a16="http://schemas.microsoft.com/office/drawing/2014/main" id="{8045F6F3-57A6-83FF-2DAF-EC5CC0E50479}"/>
              </a:ext>
            </a:extLst>
          </p:cNvPr>
          <p:cNvSpPr txBox="1">
            <a:spLocks/>
          </p:cNvSpPr>
          <p:nvPr/>
        </p:nvSpPr>
        <p:spPr>
          <a:xfrm>
            <a:off x="1519522" y="1291030"/>
            <a:ext cx="4108392"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vi-VN">
                <a:latin typeface="Oswald" pitchFamily="2" charset="0"/>
              </a:rPr>
              <a:t>Công cụ và môi trường phát triển</a:t>
            </a:r>
            <a:endParaRPr lang="en-US">
              <a:latin typeface="Oswald" pitchFamily="2" charset="0"/>
            </a:endParaRPr>
          </a:p>
        </p:txBody>
      </p:sp>
      <p:sp>
        <p:nvSpPr>
          <p:cNvPr id="2" name="Google Shape;495;p31">
            <a:extLst>
              <a:ext uri="{FF2B5EF4-FFF2-40B4-BE49-F238E27FC236}">
                <a16:creationId xmlns:a16="http://schemas.microsoft.com/office/drawing/2014/main" id="{25C8F8F6-9AB9-3A6C-5C28-4076BE83480F}"/>
              </a:ext>
            </a:extLst>
          </p:cNvPr>
          <p:cNvSpPr txBox="1">
            <a:spLocks/>
          </p:cNvSpPr>
          <p:nvPr/>
        </p:nvSpPr>
        <p:spPr>
          <a:xfrm>
            <a:off x="713914" y="-2684189"/>
            <a:ext cx="7132204" cy="25513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en-US" sz="1200">
                <a:latin typeface="Oswald Light" pitchFamily="2" charset="0"/>
              </a:rPr>
              <a:t>- </a:t>
            </a:r>
            <a:r>
              <a:rPr lang="vi-VN" sz="1200" b="1">
                <a:latin typeface="Oswald Light" pitchFamily="2" charset="0"/>
              </a:rPr>
              <a:t>Sản phẩm</a:t>
            </a:r>
            <a:r>
              <a:rPr lang="vi-VN" sz="1200">
                <a:latin typeface="Oswald Light" pitchFamily="2" charset="0"/>
              </a:rPr>
              <a:t>: Mỗi sản phẩm điện thoại trong hệ thống được xác định bởi mã sản phẩm, tên sản phẩm, kích thước màn, camera trước, camera sau, dung lượng pin, chip xử lý, thời gian bảo hành và các thuộc tính khác như màu sắc, xuất xứ, thương hiệu, ram, rom, hệ điều hành, giá nhập vào, giá xuất ra.</a:t>
            </a:r>
          </a:p>
          <a:p>
            <a:pPr marL="0" indent="0">
              <a:lnSpc>
                <a:spcPct val="150000"/>
              </a:lnSpc>
            </a:pPr>
            <a:r>
              <a:rPr lang="en-US" sz="1200">
                <a:latin typeface="Oswald Light" pitchFamily="2" charset="0"/>
              </a:rPr>
              <a:t>- </a:t>
            </a:r>
            <a:r>
              <a:rPr lang="vi-VN" sz="1200" b="1">
                <a:latin typeface="Oswald Light" pitchFamily="2" charset="0"/>
              </a:rPr>
              <a:t>Phiếu nhập: </a:t>
            </a:r>
            <a:r>
              <a:rPr lang="vi-VN" sz="1200">
                <a:latin typeface="Oswald Light" pitchFamily="2" charset="0"/>
              </a:rPr>
              <a:t>Đối tượng này lưu trữ thông tin về việc nhập hàng vào kho, bao gồm số lượng sản phẩm, mã IMEI, nhà cung cấp, ngày nhập hàng, và nhân viên nhập hàng.</a:t>
            </a:r>
          </a:p>
          <a:p>
            <a:pPr marL="0" indent="0">
              <a:lnSpc>
                <a:spcPct val="150000"/>
              </a:lnSpc>
            </a:pPr>
            <a:r>
              <a:rPr lang="en-US" sz="1200">
                <a:latin typeface="Oswald Light" pitchFamily="2" charset="0"/>
              </a:rPr>
              <a:t>- </a:t>
            </a:r>
            <a:r>
              <a:rPr lang="vi-VN" sz="1200" b="1">
                <a:latin typeface="Oswald Light" pitchFamily="2" charset="0"/>
              </a:rPr>
              <a:t>Phiếu xuất: </a:t>
            </a:r>
            <a:r>
              <a:rPr lang="vi-VN" sz="1200">
                <a:latin typeface="Oswald Light" pitchFamily="2" charset="0"/>
              </a:rPr>
              <a:t>Đối tượng này lưu trữ thông tin về việc xuất hàng từ kho, bao gồm số lượng sản phẩm, mã IMEI, khách hàng, ngày xuất hàng, và nhân viên xuất hàng.</a:t>
            </a:r>
          </a:p>
          <a:p>
            <a:pPr marL="0" indent="0">
              <a:lnSpc>
                <a:spcPct val="150000"/>
              </a:lnSpc>
            </a:pPr>
            <a:r>
              <a:rPr lang="en-US" sz="1200">
                <a:latin typeface="Oswald Light" pitchFamily="2" charset="0"/>
              </a:rPr>
              <a:t>- </a:t>
            </a:r>
            <a:r>
              <a:rPr lang="vi-VN" sz="1200" b="1">
                <a:latin typeface="Oswald Light" pitchFamily="2" charset="0"/>
              </a:rPr>
              <a:t>Khách hàng</a:t>
            </a:r>
            <a:r>
              <a:rPr lang="vi-VN" sz="1200">
                <a:latin typeface="Oswald Light" pitchFamily="2" charset="0"/>
              </a:rPr>
              <a:t>: Lưu trữ thông tin của khách hàng, bao gồm tên, địa chỉ, số điện thoại và lịch sử giao dịch.</a:t>
            </a:r>
          </a:p>
          <a:p>
            <a:pPr marL="0" indent="0">
              <a:lnSpc>
                <a:spcPct val="150000"/>
              </a:lnSpc>
            </a:pPr>
            <a:r>
              <a:rPr lang="en-US" sz="1200">
                <a:latin typeface="Oswald Light" pitchFamily="2" charset="0"/>
              </a:rPr>
              <a:t>- </a:t>
            </a:r>
            <a:r>
              <a:rPr lang="vi-VN" sz="1200" b="1">
                <a:latin typeface="Oswald Light" pitchFamily="2" charset="0"/>
              </a:rPr>
              <a:t>Nhà cung cấp: </a:t>
            </a:r>
            <a:r>
              <a:rPr lang="vi-VN" sz="1200">
                <a:latin typeface="Oswald Light" pitchFamily="2" charset="0"/>
              </a:rPr>
              <a:t>Lưu trữ thông tin của nhà cung cấp, bao gồm tên, địa chỉ, số điện thoại, email và lịch sử giao dịch nhập hàng.</a:t>
            </a:r>
          </a:p>
        </p:txBody>
      </p:sp>
      <p:pic>
        <p:nvPicPr>
          <p:cNvPr id="3" name="Picture 2">
            <a:extLst>
              <a:ext uri="{FF2B5EF4-FFF2-40B4-BE49-F238E27FC236}">
                <a16:creationId xmlns:a16="http://schemas.microsoft.com/office/drawing/2014/main" id="{A26E28D0-9A3D-2F3B-6D1F-B74EF3E25A6D}"/>
              </a:ext>
            </a:extLst>
          </p:cNvPr>
          <p:cNvPicPr>
            <a:picLocks noChangeAspect="1"/>
          </p:cNvPicPr>
          <p:nvPr/>
        </p:nvPicPr>
        <p:blipFill>
          <a:blip r:embed="rId3"/>
          <a:stretch>
            <a:fillRect/>
          </a:stretch>
        </p:blipFill>
        <p:spPr>
          <a:xfrm flipH="1">
            <a:off x="7624279" y="3677179"/>
            <a:ext cx="742950" cy="742950"/>
          </a:xfrm>
          <a:prstGeom prst="rect">
            <a:avLst/>
          </a:prstGeom>
        </p:spPr>
      </p:pic>
      <p:pic>
        <p:nvPicPr>
          <p:cNvPr id="4" name="Picture 3">
            <a:extLst>
              <a:ext uri="{FF2B5EF4-FFF2-40B4-BE49-F238E27FC236}">
                <a16:creationId xmlns:a16="http://schemas.microsoft.com/office/drawing/2014/main" id="{32767364-F2B0-A598-2CDD-E3D3A0234C81}"/>
              </a:ext>
            </a:extLst>
          </p:cNvPr>
          <p:cNvPicPr>
            <a:picLocks noChangeAspect="1"/>
          </p:cNvPicPr>
          <p:nvPr/>
        </p:nvPicPr>
        <p:blipFill>
          <a:blip r:embed="rId3"/>
          <a:stretch>
            <a:fillRect/>
          </a:stretch>
        </p:blipFill>
        <p:spPr>
          <a:xfrm flipH="1">
            <a:off x="6228114" y="1768874"/>
            <a:ext cx="742950" cy="742950"/>
          </a:xfrm>
          <a:prstGeom prst="rect">
            <a:avLst/>
          </a:prstGeom>
        </p:spPr>
      </p:pic>
    </p:spTree>
    <p:extLst>
      <p:ext uri="{BB962C8B-B14F-4D97-AF65-F5344CB8AC3E}">
        <p14:creationId xmlns:p14="http://schemas.microsoft.com/office/powerpoint/2010/main" val="1518823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4988FA9D-3008-4EAE-9A4A-3AACC26A021D}"/>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ECA5AC57-DFA7-627E-C6CC-2B31E407F962}"/>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en-US" sz="3600" b="1">
                <a:solidFill>
                  <a:schemeClr val="hlink"/>
                </a:solidFill>
                <a:uFill>
                  <a:noFill/>
                </a:uFill>
                <a:latin typeface="Oswald" pitchFamily="2" charset="0"/>
                <a:ea typeface="Karla"/>
                <a:cs typeface="Karla"/>
                <a:sym typeface="Karla"/>
              </a:rPr>
              <a:t>CÀI ĐẶT CHƯƠNG TRÌNH</a:t>
            </a:r>
            <a:endParaRPr lang="en-US" sz="3600" b="1">
              <a:latin typeface="Oswald" pitchFamily="2" charset="0"/>
              <a:ea typeface="Karla"/>
              <a:cs typeface="Karla"/>
              <a:sym typeface="Karla"/>
            </a:endParaRPr>
          </a:p>
        </p:txBody>
      </p:sp>
      <p:sp>
        <p:nvSpPr>
          <p:cNvPr id="508" name="Google Shape;508;p31">
            <a:extLst>
              <a:ext uri="{FF2B5EF4-FFF2-40B4-BE49-F238E27FC236}">
                <a16:creationId xmlns:a16="http://schemas.microsoft.com/office/drawing/2014/main" id="{4CF1D1ED-2F07-C999-78CB-58F7120D8DD0}"/>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D9D7C3CA-537F-12E4-372B-432D768D7FC8}"/>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F060C6EB-7D62-FD21-1809-E62D2D280470}"/>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487;p31">
            <a:extLst>
              <a:ext uri="{FF2B5EF4-FFF2-40B4-BE49-F238E27FC236}">
                <a16:creationId xmlns:a16="http://schemas.microsoft.com/office/drawing/2014/main" id="{6F554475-7A9A-0F28-1067-65DE131557AB}"/>
              </a:ext>
            </a:extLst>
          </p:cNvPr>
          <p:cNvGrpSpPr/>
          <p:nvPr/>
        </p:nvGrpSpPr>
        <p:grpSpPr>
          <a:xfrm>
            <a:off x="713914" y="1346666"/>
            <a:ext cx="7922086" cy="3419938"/>
            <a:chOff x="4754850" y="1600325"/>
            <a:chExt cx="3771900" cy="1412550"/>
          </a:xfrm>
        </p:grpSpPr>
        <p:sp>
          <p:nvSpPr>
            <p:cNvPr id="51" name="Google Shape;488;p31">
              <a:extLst>
                <a:ext uri="{FF2B5EF4-FFF2-40B4-BE49-F238E27FC236}">
                  <a16:creationId xmlns:a16="http://schemas.microsoft.com/office/drawing/2014/main" id="{5301B21F-CCA5-B019-0879-0853CF11BB62}"/>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89;p31">
              <a:extLst>
                <a:ext uri="{FF2B5EF4-FFF2-40B4-BE49-F238E27FC236}">
                  <a16:creationId xmlns:a16="http://schemas.microsoft.com/office/drawing/2014/main" id="{518CD05B-76AA-C7E5-5D56-56587526860F}"/>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490;p31">
              <a:extLst>
                <a:ext uri="{FF2B5EF4-FFF2-40B4-BE49-F238E27FC236}">
                  <a16:creationId xmlns:a16="http://schemas.microsoft.com/office/drawing/2014/main" id="{DDF608F0-8DFB-D2F1-5D53-C61EEF7F1E5B}"/>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55" name="Google Shape;498;p31">
            <a:extLst>
              <a:ext uri="{FF2B5EF4-FFF2-40B4-BE49-F238E27FC236}">
                <a16:creationId xmlns:a16="http://schemas.microsoft.com/office/drawing/2014/main" id="{FF36330E-64FD-1879-CF18-257A495B580B}"/>
              </a:ext>
            </a:extLst>
          </p:cNvPr>
          <p:cNvSpPr txBox="1">
            <a:spLocks/>
          </p:cNvSpPr>
          <p:nvPr/>
        </p:nvSpPr>
        <p:spPr>
          <a:xfrm>
            <a:off x="508000" y="1107144"/>
            <a:ext cx="12092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5</a:t>
            </a:r>
            <a:r>
              <a:rPr lang="en" sz="2800"/>
              <a:t>.</a:t>
            </a:r>
            <a:r>
              <a:rPr lang="vi-VN" sz="2800"/>
              <a:t>2</a:t>
            </a:r>
            <a:endParaRPr lang="en"/>
          </a:p>
        </p:txBody>
      </p:sp>
      <p:sp>
        <p:nvSpPr>
          <p:cNvPr id="8" name="Google Shape;495;p31">
            <a:extLst>
              <a:ext uri="{FF2B5EF4-FFF2-40B4-BE49-F238E27FC236}">
                <a16:creationId xmlns:a16="http://schemas.microsoft.com/office/drawing/2014/main" id="{95E2A8C3-B93B-B275-F6C5-BD82D50E0417}"/>
              </a:ext>
            </a:extLst>
          </p:cNvPr>
          <p:cNvSpPr txBox="1">
            <a:spLocks/>
          </p:cNvSpPr>
          <p:nvPr/>
        </p:nvSpPr>
        <p:spPr>
          <a:xfrm>
            <a:off x="796119" y="1618134"/>
            <a:ext cx="5938393" cy="2077083"/>
          </a:xfrm>
          <a:prstGeom prst="rect">
            <a:avLst/>
          </a:prstGeom>
          <a:noFill/>
          <a:ln>
            <a:noFill/>
          </a:ln>
        </p:spPr>
        <p:txBody>
          <a:bodyPr spcFirstLastPara="1" wrap="square" lIns="91425" tIns="91425" rIns="91425" bIns="91425" numCol="1"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vi-VN" sz="1500">
                <a:latin typeface="Oswald Light" pitchFamily="2" charset="0"/>
              </a:rPr>
              <a:t>adapter – hiển thị dữ liệu Anime trong RecyclerView / ViewPager2</a:t>
            </a:r>
          </a:p>
          <a:p>
            <a:pPr marL="0" indent="0">
              <a:lnSpc>
                <a:spcPct val="150000"/>
              </a:lnSpc>
            </a:pPr>
            <a:r>
              <a:rPr lang="vi-VN" sz="1500">
                <a:latin typeface="Oswald Light" pitchFamily="2" charset="0"/>
              </a:rPr>
              <a:t>api – định nghĩa API và query cho AniList GraphQLauth – đăng nhập, đăng ký và xác thực người dùng (Firebase)</a:t>
            </a:r>
          </a:p>
          <a:p>
            <a:pPr marL="0" indent="0">
              <a:lnSpc>
                <a:spcPct val="150000"/>
              </a:lnSpc>
            </a:pPr>
            <a:r>
              <a:rPr lang="vi-VN" sz="1500">
                <a:latin typeface="Oswald Light" pitchFamily="2" charset="0"/>
              </a:rPr>
              <a:t>banner – quản lý banner Anime trên trang chủ</a:t>
            </a:r>
          </a:p>
          <a:p>
            <a:pPr marL="0" indent="0">
              <a:lnSpc>
                <a:spcPct val="150000"/>
              </a:lnSpc>
            </a:pPr>
            <a:r>
              <a:rPr lang="vi-VN" sz="1500">
                <a:latin typeface="Oswald Light" pitchFamily="2" charset="0"/>
              </a:rPr>
              <a:t>firebase – lưu dữ liệu người dùng (favorite, history)</a:t>
            </a:r>
          </a:p>
        </p:txBody>
      </p:sp>
      <p:sp>
        <p:nvSpPr>
          <p:cNvPr id="54" name="Google Shape;495;p31">
            <a:extLst>
              <a:ext uri="{FF2B5EF4-FFF2-40B4-BE49-F238E27FC236}">
                <a16:creationId xmlns:a16="http://schemas.microsoft.com/office/drawing/2014/main" id="{64CA93D8-CF98-8BD0-2330-E3A91AFEBBE6}"/>
              </a:ext>
            </a:extLst>
          </p:cNvPr>
          <p:cNvSpPr txBox="1">
            <a:spLocks/>
          </p:cNvSpPr>
          <p:nvPr/>
        </p:nvSpPr>
        <p:spPr>
          <a:xfrm>
            <a:off x="1519522" y="1291030"/>
            <a:ext cx="4108392"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vi-VN">
                <a:latin typeface="Oswald" pitchFamily="2" charset="0"/>
              </a:rPr>
              <a:t>Cấu trúc project</a:t>
            </a:r>
            <a:endParaRPr lang="en-US">
              <a:latin typeface="Oswald" pitchFamily="2" charset="0"/>
            </a:endParaRPr>
          </a:p>
        </p:txBody>
      </p:sp>
      <p:sp>
        <p:nvSpPr>
          <p:cNvPr id="2" name="Google Shape;495;p31">
            <a:extLst>
              <a:ext uri="{FF2B5EF4-FFF2-40B4-BE49-F238E27FC236}">
                <a16:creationId xmlns:a16="http://schemas.microsoft.com/office/drawing/2014/main" id="{7FDED3DF-8807-9552-0D1A-F25BB2C6D494}"/>
              </a:ext>
            </a:extLst>
          </p:cNvPr>
          <p:cNvSpPr txBox="1">
            <a:spLocks/>
          </p:cNvSpPr>
          <p:nvPr/>
        </p:nvSpPr>
        <p:spPr>
          <a:xfrm>
            <a:off x="713914" y="-2684189"/>
            <a:ext cx="7132204" cy="25513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en-US" sz="1200">
                <a:latin typeface="Oswald Light" pitchFamily="2" charset="0"/>
              </a:rPr>
              <a:t>- </a:t>
            </a:r>
            <a:r>
              <a:rPr lang="vi-VN" sz="1200" b="1">
                <a:latin typeface="Oswald Light" pitchFamily="2" charset="0"/>
              </a:rPr>
              <a:t>Sản phẩm</a:t>
            </a:r>
            <a:r>
              <a:rPr lang="vi-VN" sz="1200">
                <a:latin typeface="Oswald Light" pitchFamily="2" charset="0"/>
              </a:rPr>
              <a:t>: Mỗi sản phẩm điện thoại trong hệ thống được xác định bởi mã sản phẩm, tên sản phẩm, kích thước màn, camera trước, camera sau, dung lượng pin, chip xử lý, thời gian bảo hành và các thuộc tính khác như màu sắc, xuất xứ, thương hiệu, ram, rom, hệ điều hành, giá nhập vào, giá xuất ra.</a:t>
            </a:r>
          </a:p>
          <a:p>
            <a:pPr marL="0" indent="0">
              <a:lnSpc>
                <a:spcPct val="150000"/>
              </a:lnSpc>
            </a:pPr>
            <a:r>
              <a:rPr lang="en-US" sz="1200">
                <a:latin typeface="Oswald Light" pitchFamily="2" charset="0"/>
              </a:rPr>
              <a:t>- </a:t>
            </a:r>
            <a:r>
              <a:rPr lang="vi-VN" sz="1200" b="1">
                <a:latin typeface="Oswald Light" pitchFamily="2" charset="0"/>
              </a:rPr>
              <a:t>Phiếu nhập: </a:t>
            </a:r>
            <a:r>
              <a:rPr lang="vi-VN" sz="1200">
                <a:latin typeface="Oswald Light" pitchFamily="2" charset="0"/>
              </a:rPr>
              <a:t>Đối tượng này lưu trữ thông tin về việc nhập hàng vào kho, bao gồm số lượng sản phẩm, mã IMEI, nhà cung cấp, ngày nhập hàng, và nhân viên nhập hàng.</a:t>
            </a:r>
          </a:p>
          <a:p>
            <a:pPr marL="0" indent="0">
              <a:lnSpc>
                <a:spcPct val="150000"/>
              </a:lnSpc>
            </a:pPr>
            <a:r>
              <a:rPr lang="en-US" sz="1200">
                <a:latin typeface="Oswald Light" pitchFamily="2" charset="0"/>
              </a:rPr>
              <a:t>- </a:t>
            </a:r>
            <a:r>
              <a:rPr lang="vi-VN" sz="1200" b="1">
                <a:latin typeface="Oswald Light" pitchFamily="2" charset="0"/>
              </a:rPr>
              <a:t>Phiếu xuất: </a:t>
            </a:r>
            <a:r>
              <a:rPr lang="vi-VN" sz="1200">
                <a:latin typeface="Oswald Light" pitchFamily="2" charset="0"/>
              </a:rPr>
              <a:t>Đối tượng này lưu trữ thông tin về việc xuất hàng từ kho, bao gồm số lượng sản phẩm, mã IMEI, khách hàng, ngày xuất hàng, và nhân viên xuất hàng.</a:t>
            </a:r>
          </a:p>
          <a:p>
            <a:pPr marL="0" indent="0">
              <a:lnSpc>
                <a:spcPct val="150000"/>
              </a:lnSpc>
            </a:pPr>
            <a:r>
              <a:rPr lang="en-US" sz="1200">
                <a:latin typeface="Oswald Light" pitchFamily="2" charset="0"/>
              </a:rPr>
              <a:t>- </a:t>
            </a:r>
            <a:r>
              <a:rPr lang="vi-VN" sz="1200" b="1">
                <a:latin typeface="Oswald Light" pitchFamily="2" charset="0"/>
              </a:rPr>
              <a:t>Khách hàng</a:t>
            </a:r>
            <a:r>
              <a:rPr lang="vi-VN" sz="1200">
                <a:latin typeface="Oswald Light" pitchFamily="2" charset="0"/>
              </a:rPr>
              <a:t>: Lưu trữ thông tin của khách hàng, bao gồm tên, địa chỉ, số điện thoại và lịch sử giao dịch.</a:t>
            </a:r>
          </a:p>
          <a:p>
            <a:pPr marL="0" indent="0">
              <a:lnSpc>
                <a:spcPct val="150000"/>
              </a:lnSpc>
            </a:pPr>
            <a:r>
              <a:rPr lang="en-US" sz="1200">
                <a:latin typeface="Oswald Light" pitchFamily="2" charset="0"/>
              </a:rPr>
              <a:t>- </a:t>
            </a:r>
            <a:r>
              <a:rPr lang="vi-VN" sz="1200" b="1">
                <a:latin typeface="Oswald Light" pitchFamily="2" charset="0"/>
              </a:rPr>
              <a:t>Nhà cung cấp: </a:t>
            </a:r>
            <a:r>
              <a:rPr lang="vi-VN" sz="1200">
                <a:latin typeface="Oswald Light" pitchFamily="2" charset="0"/>
              </a:rPr>
              <a:t>Lưu trữ thông tin của nhà cung cấp, bao gồm tên, địa chỉ, số điện thoại, email và lịch sử giao dịch nhập hàng.</a:t>
            </a:r>
          </a:p>
        </p:txBody>
      </p:sp>
      <p:pic>
        <p:nvPicPr>
          <p:cNvPr id="3" name="Picture 2">
            <a:extLst>
              <a:ext uri="{FF2B5EF4-FFF2-40B4-BE49-F238E27FC236}">
                <a16:creationId xmlns:a16="http://schemas.microsoft.com/office/drawing/2014/main" id="{377D64A8-7ECB-3FA2-2156-FA97E89E6C11}"/>
              </a:ext>
            </a:extLst>
          </p:cNvPr>
          <p:cNvPicPr>
            <a:picLocks noChangeAspect="1"/>
          </p:cNvPicPr>
          <p:nvPr/>
        </p:nvPicPr>
        <p:blipFill>
          <a:blip r:embed="rId3"/>
          <a:stretch>
            <a:fillRect/>
          </a:stretch>
        </p:blipFill>
        <p:spPr>
          <a:xfrm flipH="1">
            <a:off x="7286241" y="2051693"/>
            <a:ext cx="742950" cy="742950"/>
          </a:xfrm>
          <a:prstGeom prst="rect">
            <a:avLst/>
          </a:prstGeom>
        </p:spPr>
      </p:pic>
      <p:pic>
        <p:nvPicPr>
          <p:cNvPr id="4" name="Picture 3">
            <a:extLst>
              <a:ext uri="{FF2B5EF4-FFF2-40B4-BE49-F238E27FC236}">
                <a16:creationId xmlns:a16="http://schemas.microsoft.com/office/drawing/2014/main" id="{FD2CDF44-7F59-0683-0166-77B7E40C8886}"/>
              </a:ext>
            </a:extLst>
          </p:cNvPr>
          <p:cNvPicPr>
            <a:picLocks noChangeAspect="1"/>
          </p:cNvPicPr>
          <p:nvPr/>
        </p:nvPicPr>
        <p:blipFill>
          <a:blip r:embed="rId3"/>
          <a:stretch>
            <a:fillRect/>
          </a:stretch>
        </p:blipFill>
        <p:spPr>
          <a:xfrm flipH="1">
            <a:off x="5963964" y="3348742"/>
            <a:ext cx="742950" cy="742950"/>
          </a:xfrm>
          <a:prstGeom prst="rect">
            <a:avLst/>
          </a:prstGeom>
        </p:spPr>
      </p:pic>
    </p:spTree>
    <p:extLst>
      <p:ext uri="{BB962C8B-B14F-4D97-AF65-F5344CB8AC3E}">
        <p14:creationId xmlns:p14="http://schemas.microsoft.com/office/powerpoint/2010/main" val="766430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D1301B1C-F8E9-2440-518F-A64E484BB9E1}"/>
            </a:ext>
          </a:extLst>
        </p:cNvPr>
        <p:cNvGrpSpPr/>
        <p:nvPr/>
      </p:nvGrpSpPr>
      <p:grpSpPr>
        <a:xfrm>
          <a:off x="0" y="0"/>
          <a:ext cx="0" cy="0"/>
          <a:chOff x="0" y="0"/>
          <a:chExt cx="0" cy="0"/>
        </a:xfrm>
      </p:grpSpPr>
      <p:sp>
        <p:nvSpPr>
          <p:cNvPr id="504" name="Google Shape;504;p31">
            <a:extLst>
              <a:ext uri="{FF2B5EF4-FFF2-40B4-BE49-F238E27FC236}">
                <a16:creationId xmlns:a16="http://schemas.microsoft.com/office/drawing/2014/main" id="{CF6FBED0-FE79-91B8-7E95-106817A1E0A9}"/>
              </a:ext>
            </a:extLst>
          </p:cNvPr>
          <p:cNvSpPr txBox="1">
            <a:spLocks noGrp="1"/>
          </p:cNvSpPr>
          <p:nvPr>
            <p:ph type="title" idx="15"/>
          </p:nvPr>
        </p:nvSpPr>
        <p:spPr>
          <a:xfrm>
            <a:off x="715600" y="660865"/>
            <a:ext cx="7713300" cy="685800"/>
          </a:xfrm>
          <a:prstGeom prst="rect">
            <a:avLst/>
          </a:prstGeom>
        </p:spPr>
        <p:txBody>
          <a:bodyPr spcFirstLastPara="1" wrap="square" lIns="91425" tIns="91425" rIns="91425" bIns="91425" anchor="t" anchorCtr="0">
            <a:noAutofit/>
          </a:bodyPr>
          <a:lstStyle/>
          <a:p>
            <a:pPr lvl="0"/>
            <a:r>
              <a:rPr lang="en-US" sz="3600" b="1">
                <a:solidFill>
                  <a:schemeClr val="hlink"/>
                </a:solidFill>
                <a:uFill>
                  <a:noFill/>
                </a:uFill>
                <a:latin typeface="Oswald" pitchFamily="2" charset="0"/>
                <a:ea typeface="Karla"/>
                <a:cs typeface="Karla"/>
                <a:sym typeface="Karla"/>
              </a:rPr>
              <a:t>CÀI ĐẶT CHƯƠNG TRÌNH</a:t>
            </a:r>
            <a:endParaRPr lang="en-US" sz="3600" b="1">
              <a:latin typeface="Oswald" pitchFamily="2" charset="0"/>
              <a:ea typeface="Karla"/>
              <a:cs typeface="Karla"/>
              <a:sym typeface="Karla"/>
            </a:endParaRPr>
          </a:p>
        </p:txBody>
      </p:sp>
      <p:sp>
        <p:nvSpPr>
          <p:cNvPr id="508" name="Google Shape;508;p31">
            <a:extLst>
              <a:ext uri="{FF2B5EF4-FFF2-40B4-BE49-F238E27FC236}">
                <a16:creationId xmlns:a16="http://schemas.microsoft.com/office/drawing/2014/main" id="{A3DE4624-B58E-8A14-AC4D-4113FFB67AE9}"/>
              </a:ext>
            </a:extLst>
          </p:cNvPr>
          <p:cNvSpPr/>
          <p:nvPr/>
        </p:nvSpPr>
        <p:spPr>
          <a:xfrm>
            <a:off x="7971738" y="122598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56F6A780-983F-7F6B-ADE1-A9F4CEA459A6}"/>
              </a:ext>
            </a:extLst>
          </p:cNvPr>
          <p:cNvSpPr/>
          <p:nvPr/>
        </p:nvSpPr>
        <p:spPr>
          <a:xfrm>
            <a:off x="7739398" y="107733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B22170E0-151C-421E-8ACC-468167768D86}"/>
              </a:ext>
            </a:extLst>
          </p:cNvPr>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487;p31">
            <a:extLst>
              <a:ext uri="{FF2B5EF4-FFF2-40B4-BE49-F238E27FC236}">
                <a16:creationId xmlns:a16="http://schemas.microsoft.com/office/drawing/2014/main" id="{17C0A33D-9ECF-D84B-0C84-66BCDD61D6F5}"/>
              </a:ext>
            </a:extLst>
          </p:cNvPr>
          <p:cNvGrpSpPr/>
          <p:nvPr/>
        </p:nvGrpSpPr>
        <p:grpSpPr>
          <a:xfrm>
            <a:off x="713914" y="1346666"/>
            <a:ext cx="7922086" cy="3419938"/>
            <a:chOff x="4754850" y="1600325"/>
            <a:chExt cx="3771900" cy="1412550"/>
          </a:xfrm>
        </p:grpSpPr>
        <p:sp>
          <p:nvSpPr>
            <p:cNvPr id="51" name="Google Shape;488;p31">
              <a:extLst>
                <a:ext uri="{FF2B5EF4-FFF2-40B4-BE49-F238E27FC236}">
                  <a16:creationId xmlns:a16="http://schemas.microsoft.com/office/drawing/2014/main" id="{C10DCF8B-471D-8E3C-39BB-C386960A3D1B}"/>
                </a:ext>
              </a:extLst>
            </p:cNvPr>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89;p31">
              <a:extLst>
                <a:ext uri="{FF2B5EF4-FFF2-40B4-BE49-F238E27FC236}">
                  <a16:creationId xmlns:a16="http://schemas.microsoft.com/office/drawing/2014/main" id="{575CAAE9-E50C-E144-19E5-8C6182F2676F}"/>
                </a:ext>
              </a:extLst>
            </p:cNvPr>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490;p31">
              <a:extLst>
                <a:ext uri="{FF2B5EF4-FFF2-40B4-BE49-F238E27FC236}">
                  <a16:creationId xmlns:a16="http://schemas.microsoft.com/office/drawing/2014/main" id="{985114EF-30A1-91B4-E86B-0B18F66BBB37}"/>
                </a:ext>
              </a:extLst>
            </p:cNvPr>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55" name="Google Shape;498;p31">
            <a:extLst>
              <a:ext uri="{FF2B5EF4-FFF2-40B4-BE49-F238E27FC236}">
                <a16:creationId xmlns:a16="http://schemas.microsoft.com/office/drawing/2014/main" id="{FCD7739A-1CBB-C50A-F9B7-E5C4BAA76CC4}"/>
              </a:ext>
            </a:extLst>
          </p:cNvPr>
          <p:cNvSpPr txBox="1">
            <a:spLocks/>
          </p:cNvSpPr>
          <p:nvPr/>
        </p:nvSpPr>
        <p:spPr>
          <a:xfrm>
            <a:off x="508000" y="1107144"/>
            <a:ext cx="1209247" cy="9164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Rubik Black"/>
              <a:buNone/>
              <a:defRPr sz="50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vi-VN" sz="2800"/>
              <a:t>5</a:t>
            </a:r>
            <a:r>
              <a:rPr lang="en" sz="2800"/>
              <a:t>.</a:t>
            </a:r>
            <a:r>
              <a:rPr lang="vi-VN" sz="2800"/>
              <a:t>2</a:t>
            </a:r>
            <a:endParaRPr lang="en"/>
          </a:p>
        </p:txBody>
      </p:sp>
      <p:sp>
        <p:nvSpPr>
          <p:cNvPr id="8" name="Google Shape;495;p31">
            <a:extLst>
              <a:ext uri="{FF2B5EF4-FFF2-40B4-BE49-F238E27FC236}">
                <a16:creationId xmlns:a16="http://schemas.microsoft.com/office/drawing/2014/main" id="{615A727C-6BB2-3753-5C66-FC7CF95BBE05}"/>
              </a:ext>
            </a:extLst>
          </p:cNvPr>
          <p:cNvSpPr txBox="1">
            <a:spLocks/>
          </p:cNvSpPr>
          <p:nvPr/>
        </p:nvSpPr>
        <p:spPr>
          <a:xfrm>
            <a:off x="768521" y="1346665"/>
            <a:ext cx="5938393" cy="2077083"/>
          </a:xfrm>
          <a:prstGeom prst="rect">
            <a:avLst/>
          </a:prstGeom>
          <a:noFill/>
          <a:ln>
            <a:noFill/>
          </a:ln>
        </p:spPr>
        <p:txBody>
          <a:bodyPr spcFirstLastPara="1" wrap="square" lIns="91425" tIns="91425" rIns="91425" bIns="91425" numCol="1"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vi-VN" sz="1500">
                <a:latin typeface="Oswald Light" pitchFamily="2" charset="0"/>
              </a:rPr>
              <a:t>model – các lớp dữ liệu như Anime, Bannernetwork – xử lý request và kết nối API</a:t>
            </a:r>
          </a:p>
          <a:p>
            <a:pPr marL="0" indent="0">
              <a:lnSpc>
                <a:spcPct val="150000"/>
              </a:lnSpc>
            </a:pPr>
            <a:r>
              <a:rPr lang="vi-VN" sz="1500">
                <a:latin typeface="Oswald Light" pitchFamily="2" charset="0"/>
              </a:rPr>
              <a:t>profile – quản lý thông tin người dùng</a:t>
            </a:r>
          </a:p>
          <a:p>
            <a:pPr marL="0" indent="0">
              <a:lnSpc>
                <a:spcPct val="150000"/>
              </a:lnSpc>
            </a:pPr>
            <a:r>
              <a:rPr lang="vi-VN" sz="1500">
                <a:latin typeface="Oswald Light" pitchFamily="2" charset="0"/>
              </a:rPr>
              <a:t>ui – các màn hình giao diện của ứng dụng (home, search, detail, favorite, history…)</a:t>
            </a:r>
          </a:p>
          <a:p>
            <a:pPr marL="0" indent="0">
              <a:lnSpc>
                <a:spcPct val="150000"/>
              </a:lnSpc>
            </a:pPr>
            <a:r>
              <a:rPr lang="vi-VN" sz="1500">
                <a:latin typeface="Oswald Light" pitchFamily="2" charset="0"/>
              </a:rPr>
              <a:t>utils – các lớp tiện ích hỗ trợ hệ thống</a:t>
            </a:r>
          </a:p>
        </p:txBody>
      </p:sp>
      <p:sp>
        <p:nvSpPr>
          <p:cNvPr id="54" name="Google Shape;495;p31">
            <a:extLst>
              <a:ext uri="{FF2B5EF4-FFF2-40B4-BE49-F238E27FC236}">
                <a16:creationId xmlns:a16="http://schemas.microsoft.com/office/drawing/2014/main" id="{B7DB1087-12DB-740F-D4EE-700012CB18BD}"/>
              </a:ext>
            </a:extLst>
          </p:cNvPr>
          <p:cNvSpPr txBox="1">
            <a:spLocks/>
          </p:cNvSpPr>
          <p:nvPr/>
        </p:nvSpPr>
        <p:spPr>
          <a:xfrm>
            <a:off x="1519522" y="1291030"/>
            <a:ext cx="4108392"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vi-VN">
                <a:latin typeface="Oswald" pitchFamily="2" charset="0"/>
              </a:rPr>
              <a:t>Cấu trúc project</a:t>
            </a:r>
            <a:endParaRPr lang="en-US">
              <a:latin typeface="Oswald" pitchFamily="2" charset="0"/>
            </a:endParaRPr>
          </a:p>
        </p:txBody>
      </p:sp>
      <p:sp>
        <p:nvSpPr>
          <p:cNvPr id="2" name="Google Shape;495;p31">
            <a:extLst>
              <a:ext uri="{FF2B5EF4-FFF2-40B4-BE49-F238E27FC236}">
                <a16:creationId xmlns:a16="http://schemas.microsoft.com/office/drawing/2014/main" id="{BBBE2C3C-B775-CBEE-9844-B58C1E6BE33A}"/>
              </a:ext>
            </a:extLst>
          </p:cNvPr>
          <p:cNvSpPr txBox="1">
            <a:spLocks/>
          </p:cNvSpPr>
          <p:nvPr/>
        </p:nvSpPr>
        <p:spPr>
          <a:xfrm>
            <a:off x="713914" y="-2684189"/>
            <a:ext cx="7132204" cy="25513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Rubik Black"/>
                <a:ea typeface="Rubik Black"/>
                <a:cs typeface="Rubik Black"/>
                <a:sym typeface="Rubik Black"/>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nSpc>
                <a:spcPct val="150000"/>
              </a:lnSpc>
            </a:pPr>
            <a:r>
              <a:rPr lang="en-US" sz="1200">
                <a:latin typeface="Oswald Light" pitchFamily="2" charset="0"/>
              </a:rPr>
              <a:t>- </a:t>
            </a:r>
            <a:r>
              <a:rPr lang="vi-VN" sz="1200" b="1">
                <a:latin typeface="Oswald Light" pitchFamily="2" charset="0"/>
              </a:rPr>
              <a:t>Sản phẩm</a:t>
            </a:r>
            <a:r>
              <a:rPr lang="vi-VN" sz="1200">
                <a:latin typeface="Oswald Light" pitchFamily="2" charset="0"/>
              </a:rPr>
              <a:t>: Mỗi sản phẩm điện thoại trong hệ thống được xác định bởi mã sản phẩm, tên sản phẩm, kích thước màn, camera trước, camera sau, dung lượng pin, chip xử lý, thời gian bảo hành và các thuộc tính khác như màu sắc, xuất xứ, thương hiệu, ram, rom, hệ điều hành, giá nhập vào, giá xuất ra.</a:t>
            </a:r>
          </a:p>
          <a:p>
            <a:pPr marL="0" indent="0">
              <a:lnSpc>
                <a:spcPct val="150000"/>
              </a:lnSpc>
            </a:pPr>
            <a:r>
              <a:rPr lang="en-US" sz="1200">
                <a:latin typeface="Oswald Light" pitchFamily="2" charset="0"/>
              </a:rPr>
              <a:t>- </a:t>
            </a:r>
            <a:r>
              <a:rPr lang="vi-VN" sz="1200" b="1">
                <a:latin typeface="Oswald Light" pitchFamily="2" charset="0"/>
              </a:rPr>
              <a:t>Phiếu nhập: </a:t>
            </a:r>
            <a:r>
              <a:rPr lang="vi-VN" sz="1200">
                <a:latin typeface="Oswald Light" pitchFamily="2" charset="0"/>
              </a:rPr>
              <a:t>Đối tượng này lưu trữ thông tin về việc nhập hàng vào kho, bao gồm số lượng sản phẩm, mã IMEI, nhà cung cấp, ngày nhập hàng, và nhân viên nhập hàng.</a:t>
            </a:r>
          </a:p>
          <a:p>
            <a:pPr marL="0" indent="0">
              <a:lnSpc>
                <a:spcPct val="150000"/>
              </a:lnSpc>
            </a:pPr>
            <a:r>
              <a:rPr lang="en-US" sz="1200">
                <a:latin typeface="Oswald Light" pitchFamily="2" charset="0"/>
              </a:rPr>
              <a:t>- </a:t>
            </a:r>
            <a:r>
              <a:rPr lang="vi-VN" sz="1200" b="1">
                <a:latin typeface="Oswald Light" pitchFamily="2" charset="0"/>
              </a:rPr>
              <a:t>Phiếu xuất: </a:t>
            </a:r>
            <a:r>
              <a:rPr lang="vi-VN" sz="1200">
                <a:latin typeface="Oswald Light" pitchFamily="2" charset="0"/>
              </a:rPr>
              <a:t>Đối tượng này lưu trữ thông tin về việc xuất hàng từ kho, bao gồm số lượng sản phẩm, mã IMEI, khách hàng, ngày xuất hàng, và nhân viên xuất hàng.</a:t>
            </a:r>
          </a:p>
          <a:p>
            <a:pPr marL="0" indent="0">
              <a:lnSpc>
                <a:spcPct val="150000"/>
              </a:lnSpc>
            </a:pPr>
            <a:r>
              <a:rPr lang="en-US" sz="1200">
                <a:latin typeface="Oswald Light" pitchFamily="2" charset="0"/>
              </a:rPr>
              <a:t>- </a:t>
            </a:r>
            <a:r>
              <a:rPr lang="vi-VN" sz="1200" b="1">
                <a:latin typeface="Oswald Light" pitchFamily="2" charset="0"/>
              </a:rPr>
              <a:t>Khách hàng</a:t>
            </a:r>
            <a:r>
              <a:rPr lang="vi-VN" sz="1200">
                <a:latin typeface="Oswald Light" pitchFamily="2" charset="0"/>
              </a:rPr>
              <a:t>: Lưu trữ thông tin của khách hàng, bao gồm tên, địa chỉ, số điện thoại và lịch sử giao dịch.</a:t>
            </a:r>
          </a:p>
          <a:p>
            <a:pPr marL="0" indent="0">
              <a:lnSpc>
                <a:spcPct val="150000"/>
              </a:lnSpc>
            </a:pPr>
            <a:r>
              <a:rPr lang="en-US" sz="1200">
                <a:latin typeface="Oswald Light" pitchFamily="2" charset="0"/>
              </a:rPr>
              <a:t>- </a:t>
            </a:r>
            <a:r>
              <a:rPr lang="vi-VN" sz="1200" b="1">
                <a:latin typeface="Oswald Light" pitchFamily="2" charset="0"/>
              </a:rPr>
              <a:t>Nhà cung cấp: </a:t>
            </a:r>
            <a:r>
              <a:rPr lang="vi-VN" sz="1200">
                <a:latin typeface="Oswald Light" pitchFamily="2" charset="0"/>
              </a:rPr>
              <a:t>Lưu trữ thông tin của nhà cung cấp, bao gồm tên, địa chỉ, số điện thoại, email và lịch sử giao dịch nhập hàng.</a:t>
            </a:r>
          </a:p>
        </p:txBody>
      </p:sp>
      <p:pic>
        <p:nvPicPr>
          <p:cNvPr id="3" name="Picture 2">
            <a:extLst>
              <a:ext uri="{FF2B5EF4-FFF2-40B4-BE49-F238E27FC236}">
                <a16:creationId xmlns:a16="http://schemas.microsoft.com/office/drawing/2014/main" id="{5F44F12C-8325-5FAC-1A49-C1EB86C273C8}"/>
              </a:ext>
            </a:extLst>
          </p:cNvPr>
          <p:cNvPicPr>
            <a:picLocks noChangeAspect="1"/>
          </p:cNvPicPr>
          <p:nvPr/>
        </p:nvPicPr>
        <p:blipFill>
          <a:blip r:embed="rId3"/>
          <a:stretch>
            <a:fillRect/>
          </a:stretch>
        </p:blipFill>
        <p:spPr>
          <a:xfrm flipH="1">
            <a:off x="7521890" y="3500066"/>
            <a:ext cx="742950" cy="742950"/>
          </a:xfrm>
          <a:prstGeom prst="rect">
            <a:avLst/>
          </a:prstGeom>
        </p:spPr>
      </p:pic>
      <p:pic>
        <p:nvPicPr>
          <p:cNvPr id="4" name="Picture 3">
            <a:extLst>
              <a:ext uri="{FF2B5EF4-FFF2-40B4-BE49-F238E27FC236}">
                <a16:creationId xmlns:a16="http://schemas.microsoft.com/office/drawing/2014/main" id="{4755F8EE-C170-71FD-A9B6-E642BFE4EB7E}"/>
              </a:ext>
            </a:extLst>
          </p:cNvPr>
          <p:cNvPicPr>
            <a:picLocks noChangeAspect="1"/>
          </p:cNvPicPr>
          <p:nvPr/>
        </p:nvPicPr>
        <p:blipFill>
          <a:blip r:embed="rId3"/>
          <a:stretch>
            <a:fillRect/>
          </a:stretch>
        </p:blipFill>
        <p:spPr>
          <a:xfrm flipH="1">
            <a:off x="6224485" y="2140349"/>
            <a:ext cx="742950" cy="742950"/>
          </a:xfrm>
          <a:prstGeom prst="rect">
            <a:avLst/>
          </a:prstGeom>
        </p:spPr>
      </p:pic>
    </p:spTree>
    <p:extLst>
      <p:ext uri="{BB962C8B-B14F-4D97-AF65-F5344CB8AC3E}">
        <p14:creationId xmlns:p14="http://schemas.microsoft.com/office/powerpoint/2010/main" val="34513963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49" y="679350"/>
            <a:ext cx="1450845"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546" name="Google Shape;546;p32"/>
          <p:cNvSpPr txBox="1">
            <a:spLocks noGrp="1"/>
          </p:cNvSpPr>
          <p:nvPr>
            <p:ph type="title"/>
          </p:nvPr>
        </p:nvSpPr>
        <p:spPr>
          <a:xfrm>
            <a:off x="1812294" y="2266802"/>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4800" b="1">
                <a:solidFill>
                  <a:schemeClr val="hlink"/>
                </a:solidFill>
                <a:uFill>
                  <a:noFill/>
                </a:uFill>
                <a:latin typeface="Oswald bold" pitchFamily="2" charset="0"/>
                <a:ea typeface="Karla"/>
                <a:cs typeface="Karla"/>
                <a:sym typeface="Karla"/>
              </a:rPr>
              <a:t>GIAO DIỆN</a:t>
            </a:r>
            <a:endParaRPr lang="en-US" sz="4800" b="1">
              <a:solidFill>
                <a:schemeClr val="dk1"/>
              </a:solidFill>
              <a:latin typeface="Oswald bold" pitchFamily="2" charset="0"/>
              <a:ea typeface="Karla"/>
              <a:cs typeface="Karla"/>
              <a:sym typeface="Karla"/>
            </a:endParaRPr>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65155" y="3825299"/>
            <a:ext cx="5068266" cy="61692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300">
                <a:latin typeface="Inter Tight Light" pitchFamily="2" charset="0"/>
                <a:ea typeface="Inter Tight Light" pitchFamily="2" charset="0"/>
                <a:cs typeface="Inter Tight Light" pitchFamily="2" charset="0"/>
              </a:rPr>
              <a:t>Hiện thực trên hệ thống</a:t>
            </a:r>
            <a:endParaRPr sz="1300">
              <a:latin typeface="Inter Tight Light" pitchFamily="2" charset="0"/>
              <a:ea typeface="Inter Tight Light" pitchFamily="2" charset="0"/>
              <a:cs typeface="Inter Tight Light" pitchFamily="2" charset="0"/>
            </a:endParaRP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298;p53">
            <a:extLst>
              <a:ext uri="{FF2B5EF4-FFF2-40B4-BE49-F238E27FC236}">
                <a16:creationId xmlns:a16="http://schemas.microsoft.com/office/drawing/2014/main" id="{CAC35134-E927-226F-EC5F-0873E714CC92}"/>
              </a:ext>
            </a:extLst>
          </p:cNvPr>
          <p:cNvGrpSpPr/>
          <p:nvPr/>
        </p:nvGrpSpPr>
        <p:grpSpPr>
          <a:xfrm>
            <a:off x="11573480" y="-3707050"/>
            <a:ext cx="1097293" cy="1470385"/>
            <a:chOff x="7331725" y="1600325"/>
            <a:chExt cx="1097293" cy="1470385"/>
          </a:xfrm>
        </p:grpSpPr>
        <p:sp>
          <p:nvSpPr>
            <p:cNvPr id="18" name="Google Shape;1299;p53">
              <a:extLst>
                <a:ext uri="{FF2B5EF4-FFF2-40B4-BE49-F238E27FC236}">
                  <a16:creationId xmlns:a16="http://schemas.microsoft.com/office/drawing/2014/main" id="{BFB004D4-2EAC-8633-3601-7F0C8091748E}"/>
                </a:ext>
              </a:extLst>
            </p:cNvPr>
            <p:cNvSpPr/>
            <p:nvPr/>
          </p:nvSpPr>
          <p:spPr>
            <a:xfrm>
              <a:off x="7331725" y="1600325"/>
              <a:ext cx="1097293" cy="1470385"/>
            </a:xfrm>
            <a:custGeom>
              <a:avLst/>
              <a:gdLst/>
              <a:ahLst/>
              <a:cxnLst/>
              <a:rect l="l" t="t" r="r" b="b"/>
              <a:pathLst>
                <a:path w="24806" h="33293" extrusionOk="0">
                  <a:moveTo>
                    <a:pt x="4464" y="18073"/>
                  </a:moveTo>
                  <a:lnTo>
                    <a:pt x="4464" y="18073"/>
                  </a:lnTo>
                  <a:cubicBezTo>
                    <a:pt x="1" y="11659"/>
                    <a:pt x="4610" y="2878"/>
                    <a:pt x="12415" y="2878"/>
                  </a:cubicBezTo>
                  <a:cubicBezTo>
                    <a:pt x="20220" y="2878"/>
                    <a:pt x="24805" y="11659"/>
                    <a:pt x="20342" y="18073"/>
                  </a:cubicBezTo>
                  <a:lnTo>
                    <a:pt x="20342" y="18073"/>
                  </a:lnTo>
                  <a:cubicBezTo>
                    <a:pt x="19634" y="19220"/>
                    <a:pt x="18147" y="21683"/>
                    <a:pt x="17927" y="23024"/>
                  </a:cubicBezTo>
                  <a:cubicBezTo>
                    <a:pt x="17854" y="23512"/>
                    <a:pt x="17830" y="24000"/>
                    <a:pt x="17805" y="24512"/>
                  </a:cubicBezTo>
                  <a:cubicBezTo>
                    <a:pt x="17781" y="25415"/>
                    <a:pt x="17732" y="26097"/>
                    <a:pt x="17171" y="26463"/>
                  </a:cubicBezTo>
                  <a:lnTo>
                    <a:pt x="17269" y="26536"/>
                  </a:lnTo>
                  <a:cubicBezTo>
                    <a:pt x="17830" y="27097"/>
                    <a:pt x="17537" y="28049"/>
                    <a:pt x="16756" y="28244"/>
                  </a:cubicBezTo>
                  <a:cubicBezTo>
                    <a:pt x="16903" y="28415"/>
                    <a:pt x="17000" y="28634"/>
                    <a:pt x="17000" y="28878"/>
                  </a:cubicBezTo>
                  <a:cubicBezTo>
                    <a:pt x="17000" y="29414"/>
                    <a:pt x="16537" y="29878"/>
                    <a:pt x="15976" y="29878"/>
                  </a:cubicBezTo>
                  <a:lnTo>
                    <a:pt x="15830" y="29878"/>
                  </a:lnTo>
                  <a:cubicBezTo>
                    <a:pt x="15976" y="30049"/>
                    <a:pt x="16049" y="30268"/>
                    <a:pt x="16049" y="30488"/>
                  </a:cubicBezTo>
                  <a:cubicBezTo>
                    <a:pt x="16049" y="31049"/>
                    <a:pt x="15586" y="31488"/>
                    <a:pt x="15049" y="31512"/>
                  </a:cubicBezTo>
                  <a:lnTo>
                    <a:pt x="14537" y="31512"/>
                  </a:lnTo>
                  <a:cubicBezTo>
                    <a:pt x="14488" y="31927"/>
                    <a:pt x="14269" y="32317"/>
                    <a:pt x="13927" y="32610"/>
                  </a:cubicBezTo>
                  <a:cubicBezTo>
                    <a:pt x="13025" y="33292"/>
                    <a:pt x="11781" y="33292"/>
                    <a:pt x="10903" y="32610"/>
                  </a:cubicBezTo>
                  <a:cubicBezTo>
                    <a:pt x="10562" y="32317"/>
                    <a:pt x="10342" y="31927"/>
                    <a:pt x="10269" y="31512"/>
                  </a:cubicBezTo>
                  <a:lnTo>
                    <a:pt x="9781" y="31512"/>
                  </a:lnTo>
                  <a:cubicBezTo>
                    <a:pt x="8952" y="31512"/>
                    <a:pt x="8464" y="30536"/>
                    <a:pt x="8976" y="29878"/>
                  </a:cubicBezTo>
                  <a:lnTo>
                    <a:pt x="8830" y="29878"/>
                  </a:lnTo>
                  <a:cubicBezTo>
                    <a:pt x="7976" y="29878"/>
                    <a:pt x="7513" y="28902"/>
                    <a:pt x="8049" y="28244"/>
                  </a:cubicBezTo>
                  <a:cubicBezTo>
                    <a:pt x="7854" y="28195"/>
                    <a:pt x="7684" y="28097"/>
                    <a:pt x="7562" y="27951"/>
                  </a:cubicBezTo>
                  <a:cubicBezTo>
                    <a:pt x="7171" y="27561"/>
                    <a:pt x="7171" y="26927"/>
                    <a:pt x="7562" y="26536"/>
                  </a:cubicBezTo>
                  <a:lnTo>
                    <a:pt x="7635" y="26463"/>
                  </a:lnTo>
                  <a:cubicBezTo>
                    <a:pt x="7074" y="26122"/>
                    <a:pt x="7049" y="25439"/>
                    <a:pt x="7001" y="24512"/>
                  </a:cubicBezTo>
                  <a:cubicBezTo>
                    <a:pt x="7001" y="24000"/>
                    <a:pt x="6952" y="23512"/>
                    <a:pt x="6879" y="23024"/>
                  </a:cubicBezTo>
                  <a:cubicBezTo>
                    <a:pt x="6659" y="21659"/>
                    <a:pt x="5196" y="19195"/>
                    <a:pt x="4464" y="18049"/>
                  </a:cubicBezTo>
                  <a:close/>
                  <a:moveTo>
                    <a:pt x="12488" y="1269"/>
                  </a:moveTo>
                  <a:cubicBezTo>
                    <a:pt x="12488" y="1537"/>
                    <a:pt x="12098" y="1537"/>
                    <a:pt x="12098" y="1269"/>
                  </a:cubicBezTo>
                  <a:lnTo>
                    <a:pt x="12098" y="269"/>
                  </a:lnTo>
                  <a:cubicBezTo>
                    <a:pt x="12098" y="1"/>
                    <a:pt x="12488" y="1"/>
                    <a:pt x="12488" y="269"/>
                  </a:cubicBezTo>
                  <a:close/>
                  <a:moveTo>
                    <a:pt x="6976" y="2708"/>
                  </a:moveTo>
                  <a:lnTo>
                    <a:pt x="6464" y="1830"/>
                  </a:lnTo>
                  <a:cubicBezTo>
                    <a:pt x="6318" y="1586"/>
                    <a:pt x="5976" y="1781"/>
                    <a:pt x="6123" y="2025"/>
                  </a:cubicBezTo>
                  <a:lnTo>
                    <a:pt x="6635" y="2903"/>
                  </a:lnTo>
                  <a:cubicBezTo>
                    <a:pt x="6757" y="3122"/>
                    <a:pt x="7098" y="2927"/>
                    <a:pt x="6976" y="2708"/>
                  </a:cubicBezTo>
                  <a:close/>
                  <a:moveTo>
                    <a:pt x="2903" y="6708"/>
                  </a:moveTo>
                  <a:lnTo>
                    <a:pt x="2025" y="6220"/>
                  </a:lnTo>
                  <a:cubicBezTo>
                    <a:pt x="1928" y="6147"/>
                    <a:pt x="1806" y="6195"/>
                    <a:pt x="1757" y="6293"/>
                  </a:cubicBezTo>
                  <a:cubicBezTo>
                    <a:pt x="1684" y="6366"/>
                    <a:pt x="1732" y="6488"/>
                    <a:pt x="1830" y="6561"/>
                  </a:cubicBezTo>
                  <a:lnTo>
                    <a:pt x="2708" y="7074"/>
                  </a:lnTo>
                  <a:cubicBezTo>
                    <a:pt x="2806" y="7122"/>
                    <a:pt x="2928" y="7074"/>
                    <a:pt x="2976" y="6976"/>
                  </a:cubicBezTo>
                  <a:cubicBezTo>
                    <a:pt x="3025" y="6903"/>
                    <a:pt x="3001" y="6781"/>
                    <a:pt x="2903" y="6708"/>
                  </a:cubicBezTo>
                  <a:close/>
                  <a:moveTo>
                    <a:pt x="1367" y="12195"/>
                  </a:moveTo>
                  <a:cubicBezTo>
                    <a:pt x="1489" y="12195"/>
                    <a:pt x="1586" y="12269"/>
                    <a:pt x="1586" y="12390"/>
                  </a:cubicBezTo>
                  <a:cubicBezTo>
                    <a:pt x="1586" y="12512"/>
                    <a:pt x="1489" y="12586"/>
                    <a:pt x="1367" y="12586"/>
                  </a:cubicBezTo>
                  <a:lnTo>
                    <a:pt x="367" y="12586"/>
                  </a:lnTo>
                  <a:cubicBezTo>
                    <a:pt x="245" y="12586"/>
                    <a:pt x="171" y="12512"/>
                    <a:pt x="171" y="12390"/>
                  </a:cubicBezTo>
                  <a:cubicBezTo>
                    <a:pt x="171" y="12293"/>
                    <a:pt x="245" y="12195"/>
                    <a:pt x="367" y="12195"/>
                  </a:cubicBezTo>
                  <a:close/>
                  <a:moveTo>
                    <a:pt x="18000" y="2781"/>
                  </a:moveTo>
                  <a:lnTo>
                    <a:pt x="18513" y="1903"/>
                  </a:lnTo>
                  <a:cubicBezTo>
                    <a:pt x="18635" y="1683"/>
                    <a:pt x="18293" y="1464"/>
                    <a:pt x="18147" y="1708"/>
                  </a:cubicBezTo>
                  <a:lnTo>
                    <a:pt x="17659" y="2586"/>
                  </a:lnTo>
                  <a:cubicBezTo>
                    <a:pt x="17513" y="2805"/>
                    <a:pt x="17854" y="3000"/>
                    <a:pt x="18000" y="2781"/>
                  </a:cubicBezTo>
                  <a:close/>
                  <a:moveTo>
                    <a:pt x="22000" y="6854"/>
                  </a:moveTo>
                  <a:lnTo>
                    <a:pt x="22878" y="6342"/>
                  </a:lnTo>
                  <a:cubicBezTo>
                    <a:pt x="23098" y="6220"/>
                    <a:pt x="22903" y="5854"/>
                    <a:pt x="22683" y="6000"/>
                  </a:cubicBezTo>
                  <a:lnTo>
                    <a:pt x="21805" y="6513"/>
                  </a:lnTo>
                  <a:cubicBezTo>
                    <a:pt x="21561" y="6659"/>
                    <a:pt x="21756" y="7000"/>
                    <a:pt x="22000" y="6854"/>
                  </a:cubicBezTo>
                  <a:close/>
                  <a:moveTo>
                    <a:pt x="23439" y="12366"/>
                  </a:moveTo>
                  <a:cubicBezTo>
                    <a:pt x="23317" y="12366"/>
                    <a:pt x="23220" y="12293"/>
                    <a:pt x="23220" y="12171"/>
                  </a:cubicBezTo>
                  <a:cubicBezTo>
                    <a:pt x="23220" y="12073"/>
                    <a:pt x="23317" y="11976"/>
                    <a:pt x="23439" y="11976"/>
                  </a:cubicBezTo>
                  <a:lnTo>
                    <a:pt x="24439" y="11976"/>
                  </a:lnTo>
                  <a:cubicBezTo>
                    <a:pt x="24561" y="11976"/>
                    <a:pt x="24634" y="12073"/>
                    <a:pt x="24634" y="12171"/>
                  </a:cubicBezTo>
                  <a:cubicBezTo>
                    <a:pt x="24634" y="12293"/>
                    <a:pt x="24561" y="12366"/>
                    <a:pt x="24439" y="123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00;p53">
              <a:extLst>
                <a:ext uri="{FF2B5EF4-FFF2-40B4-BE49-F238E27FC236}">
                  <a16:creationId xmlns:a16="http://schemas.microsoft.com/office/drawing/2014/main" id="{B07FCFCB-1FE5-DA55-636B-2AAD1D9897EE}"/>
                </a:ext>
              </a:extLst>
            </p:cNvPr>
            <p:cNvSpPr/>
            <p:nvPr/>
          </p:nvSpPr>
          <p:spPr>
            <a:xfrm>
              <a:off x="7331725" y="1600325"/>
              <a:ext cx="1097293" cy="1470385"/>
            </a:xfrm>
            <a:custGeom>
              <a:avLst/>
              <a:gdLst/>
              <a:ahLst/>
              <a:cxnLst/>
              <a:rect l="l" t="t" r="r" b="b"/>
              <a:pathLst>
                <a:path w="24806" h="33293" extrusionOk="0">
                  <a:moveTo>
                    <a:pt x="10757" y="26244"/>
                  </a:moveTo>
                  <a:lnTo>
                    <a:pt x="10757" y="20342"/>
                  </a:lnTo>
                  <a:lnTo>
                    <a:pt x="10757" y="20098"/>
                  </a:lnTo>
                  <a:cubicBezTo>
                    <a:pt x="10635" y="20073"/>
                    <a:pt x="10488" y="20024"/>
                    <a:pt x="10391" y="20000"/>
                  </a:cubicBezTo>
                  <a:cubicBezTo>
                    <a:pt x="9952" y="19878"/>
                    <a:pt x="9562" y="19659"/>
                    <a:pt x="9220" y="19390"/>
                  </a:cubicBezTo>
                  <a:cubicBezTo>
                    <a:pt x="8952" y="19171"/>
                    <a:pt x="8781" y="18878"/>
                    <a:pt x="8757" y="18537"/>
                  </a:cubicBezTo>
                  <a:cubicBezTo>
                    <a:pt x="8757" y="18439"/>
                    <a:pt x="8781" y="18366"/>
                    <a:pt x="8805" y="18293"/>
                  </a:cubicBezTo>
                  <a:cubicBezTo>
                    <a:pt x="8879" y="18024"/>
                    <a:pt x="9074" y="17829"/>
                    <a:pt x="9318" y="17756"/>
                  </a:cubicBezTo>
                  <a:cubicBezTo>
                    <a:pt x="9488" y="17707"/>
                    <a:pt x="9683" y="17707"/>
                    <a:pt x="9879" y="17756"/>
                  </a:cubicBezTo>
                  <a:cubicBezTo>
                    <a:pt x="10098" y="17829"/>
                    <a:pt x="10293" y="17927"/>
                    <a:pt x="10440" y="18098"/>
                  </a:cubicBezTo>
                  <a:cubicBezTo>
                    <a:pt x="10879" y="18561"/>
                    <a:pt x="11122" y="19146"/>
                    <a:pt x="11147" y="19781"/>
                  </a:cubicBezTo>
                  <a:cubicBezTo>
                    <a:pt x="11976" y="19927"/>
                    <a:pt x="12830" y="19927"/>
                    <a:pt x="13683" y="19781"/>
                  </a:cubicBezTo>
                  <a:cubicBezTo>
                    <a:pt x="13708" y="19146"/>
                    <a:pt x="13952" y="18561"/>
                    <a:pt x="14366" y="18098"/>
                  </a:cubicBezTo>
                  <a:cubicBezTo>
                    <a:pt x="14537" y="17927"/>
                    <a:pt x="14732" y="17829"/>
                    <a:pt x="14927" y="17756"/>
                  </a:cubicBezTo>
                  <a:cubicBezTo>
                    <a:pt x="15122" y="17707"/>
                    <a:pt x="15317" y="17707"/>
                    <a:pt x="15513" y="17756"/>
                  </a:cubicBezTo>
                  <a:cubicBezTo>
                    <a:pt x="15757" y="17829"/>
                    <a:pt x="15952" y="18024"/>
                    <a:pt x="16025" y="18293"/>
                  </a:cubicBezTo>
                  <a:cubicBezTo>
                    <a:pt x="16049" y="18366"/>
                    <a:pt x="16049" y="18439"/>
                    <a:pt x="16049" y="18537"/>
                  </a:cubicBezTo>
                  <a:cubicBezTo>
                    <a:pt x="16049" y="18878"/>
                    <a:pt x="15878" y="19171"/>
                    <a:pt x="15610" y="19390"/>
                  </a:cubicBezTo>
                  <a:cubicBezTo>
                    <a:pt x="15244" y="19659"/>
                    <a:pt x="14854" y="19878"/>
                    <a:pt x="14439" y="20000"/>
                  </a:cubicBezTo>
                  <a:cubicBezTo>
                    <a:pt x="14318" y="20024"/>
                    <a:pt x="14196" y="20073"/>
                    <a:pt x="14049" y="20098"/>
                  </a:cubicBezTo>
                  <a:lnTo>
                    <a:pt x="14049" y="20342"/>
                  </a:lnTo>
                  <a:lnTo>
                    <a:pt x="14049" y="26244"/>
                  </a:lnTo>
                  <a:lnTo>
                    <a:pt x="16561" y="26244"/>
                  </a:lnTo>
                  <a:lnTo>
                    <a:pt x="16659" y="26244"/>
                  </a:lnTo>
                  <a:cubicBezTo>
                    <a:pt x="17342" y="26073"/>
                    <a:pt x="17366" y="25415"/>
                    <a:pt x="17415" y="24488"/>
                  </a:cubicBezTo>
                  <a:cubicBezTo>
                    <a:pt x="17439" y="23976"/>
                    <a:pt x="17464" y="23463"/>
                    <a:pt x="17537" y="22976"/>
                  </a:cubicBezTo>
                  <a:cubicBezTo>
                    <a:pt x="17781" y="21561"/>
                    <a:pt x="19293" y="19024"/>
                    <a:pt x="20025" y="17854"/>
                  </a:cubicBezTo>
                  <a:lnTo>
                    <a:pt x="20025" y="17829"/>
                  </a:lnTo>
                  <a:lnTo>
                    <a:pt x="20025" y="17829"/>
                  </a:lnTo>
                  <a:cubicBezTo>
                    <a:pt x="20220" y="17512"/>
                    <a:pt x="20366" y="17293"/>
                    <a:pt x="20391" y="17220"/>
                  </a:cubicBezTo>
                  <a:cubicBezTo>
                    <a:pt x="20756" y="16610"/>
                    <a:pt x="21049" y="15976"/>
                    <a:pt x="21244" y="15293"/>
                  </a:cubicBezTo>
                  <a:cubicBezTo>
                    <a:pt x="23147" y="9342"/>
                    <a:pt x="18683" y="3244"/>
                    <a:pt x="12415" y="3244"/>
                  </a:cubicBezTo>
                  <a:cubicBezTo>
                    <a:pt x="6147" y="3244"/>
                    <a:pt x="1684" y="9342"/>
                    <a:pt x="3562" y="15293"/>
                  </a:cubicBezTo>
                  <a:cubicBezTo>
                    <a:pt x="3781" y="15976"/>
                    <a:pt x="4074" y="16610"/>
                    <a:pt x="4415" y="17220"/>
                  </a:cubicBezTo>
                  <a:cubicBezTo>
                    <a:pt x="4440" y="17268"/>
                    <a:pt x="4586" y="17488"/>
                    <a:pt x="4806" y="17829"/>
                  </a:cubicBezTo>
                  <a:lnTo>
                    <a:pt x="4806" y="17829"/>
                  </a:lnTo>
                  <a:lnTo>
                    <a:pt x="4806" y="17854"/>
                  </a:lnTo>
                  <a:cubicBezTo>
                    <a:pt x="5537" y="19024"/>
                    <a:pt x="7049" y="21561"/>
                    <a:pt x="7269" y="22976"/>
                  </a:cubicBezTo>
                  <a:cubicBezTo>
                    <a:pt x="7342" y="23463"/>
                    <a:pt x="7391" y="23976"/>
                    <a:pt x="7391" y="24488"/>
                  </a:cubicBezTo>
                  <a:cubicBezTo>
                    <a:pt x="7440" y="25415"/>
                    <a:pt x="7464" y="26073"/>
                    <a:pt x="8147" y="26244"/>
                  </a:cubicBezTo>
                  <a:lnTo>
                    <a:pt x="8269" y="26244"/>
                  </a:lnTo>
                  <a:close/>
                  <a:moveTo>
                    <a:pt x="23415" y="12390"/>
                  </a:moveTo>
                  <a:cubicBezTo>
                    <a:pt x="23317" y="12390"/>
                    <a:pt x="23220" y="12293"/>
                    <a:pt x="23220" y="12195"/>
                  </a:cubicBezTo>
                  <a:cubicBezTo>
                    <a:pt x="23220" y="12073"/>
                    <a:pt x="23317" y="11976"/>
                    <a:pt x="23415" y="12000"/>
                  </a:cubicBezTo>
                  <a:lnTo>
                    <a:pt x="24439" y="12000"/>
                  </a:lnTo>
                  <a:cubicBezTo>
                    <a:pt x="24561" y="11976"/>
                    <a:pt x="24634" y="12073"/>
                    <a:pt x="24634" y="12195"/>
                  </a:cubicBezTo>
                  <a:cubicBezTo>
                    <a:pt x="24634" y="12293"/>
                    <a:pt x="24561" y="12390"/>
                    <a:pt x="24439" y="12390"/>
                  </a:cubicBezTo>
                  <a:close/>
                  <a:moveTo>
                    <a:pt x="22000" y="6854"/>
                  </a:moveTo>
                  <a:cubicBezTo>
                    <a:pt x="21756" y="7000"/>
                    <a:pt x="21561" y="6659"/>
                    <a:pt x="21805" y="6513"/>
                  </a:cubicBezTo>
                  <a:lnTo>
                    <a:pt x="22683" y="6000"/>
                  </a:lnTo>
                  <a:cubicBezTo>
                    <a:pt x="22903" y="5878"/>
                    <a:pt x="23098" y="6220"/>
                    <a:pt x="22878" y="6366"/>
                  </a:cubicBezTo>
                  <a:close/>
                  <a:moveTo>
                    <a:pt x="18000" y="2781"/>
                  </a:moveTo>
                  <a:cubicBezTo>
                    <a:pt x="17854" y="3025"/>
                    <a:pt x="17513" y="2830"/>
                    <a:pt x="17659" y="2586"/>
                  </a:cubicBezTo>
                  <a:lnTo>
                    <a:pt x="18147" y="1708"/>
                  </a:lnTo>
                  <a:cubicBezTo>
                    <a:pt x="18293" y="1488"/>
                    <a:pt x="18635" y="1683"/>
                    <a:pt x="18513" y="1927"/>
                  </a:cubicBezTo>
                  <a:close/>
                  <a:moveTo>
                    <a:pt x="1367" y="12195"/>
                  </a:moveTo>
                  <a:cubicBezTo>
                    <a:pt x="1489" y="12195"/>
                    <a:pt x="1586" y="12293"/>
                    <a:pt x="1586" y="12415"/>
                  </a:cubicBezTo>
                  <a:cubicBezTo>
                    <a:pt x="1586" y="12512"/>
                    <a:pt x="1489" y="12610"/>
                    <a:pt x="1367" y="12610"/>
                  </a:cubicBezTo>
                  <a:lnTo>
                    <a:pt x="367" y="12610"/>
                  </a:lnTo>
                  <a:cubicBezTo>
                    <a:pt x="245" y="12610"/>
                    <a:pt x="171" y="12512"/>
                    <a:pt x="171" y="12415"/>
                  </a:cubicBezTo>
                  <a:cubicBezTo>
                    <a:pt x="171" y="12293"/>
                    <a:pt x="245" y="12195"/>
                    <a:pt x="367" y="12195"/>
                  </a:cubicBezTo>
                  <a:close/>
                  <a:moveTo>
                    <a:pt x="2903" y="6708"/>
                  </a:moveTo>
                  <a:cubicBezTo>
                    <a:pt x="3001" y="6781"/>
                    <a:pt x="3025" y="6903"/>
                    <a:pt x="2976" y="6976"/>
                  </a:cubicBezTo>
                  <a:cubicBezTo>
                    <a:pt x="2928" y="7074"/>
                    <a:pt x="2806" y="7122"/>
                    <a:pt x="2708" y="7074"/>
                  </a:cubicBezTo>
                  <a:lnTo>
                    <a:pt x="1830" y="6561"/>
                  </a:lnTo>
                  <a:cubicBezTo>
                    <a:pt x="1732" y="6488"/>
                    <a:pt x="1684" y="6366"/>
                    <a:pt x="1757" y="6293"/>
                  </a:cubicBezTo>
                  <a:cubicBezTo>
                    <a:pt x="1806" y="6195"/>
                    <a:pt x="1928" y="6147"/>
                    <a:pt x="2025" y="6220"/>
                  </a:cubicBezTo>
                  <a:close/>
                  <a:moveTo>
                    <a:pt x="6976" y="2708"/>
                  </a:moveTo>
                  <a:cubicBezTo>
                    <a:pt x="7098" y="2952"/>
                    <a:pt x="6757" y="3147"/>
                    <a:pt x="6635" y="2927"/>
                  </a:cubicBezTo>
                  <a:lnTo>
                    <a:pt x="6123" y="2025"/>
                  </a:lnTo>
                  <a:cubicBezTo>
                    <a:pt x="5976" y="1805"/>
                    <a:pt x="6318" y="1610"/>
                    <a:pt x="6464" y="1830"/>
                  </a:cubicBezTo>
                  <a:close/>
                  <a:moveTo>
                    <a:pt x="12488" y="1293"/>
                  </a:moveTo>
                  <a:cubicBezTo>
                    <a:pt x="12488" y="1537"/>
                    <a:pt x="12098" y="1537"/>
                    <a:pt x="12098" y="1293"/>
                  </a:cubicBezTo>
                  <a:lnTo>
                    <a:pt x="12098" y="269"/>
                  </a:lnTo>
                  <a:cubicBezTo>
                    <a:pt x="12098" y="1"/>
                    <a:pt x="12488" y="1"/>
                    <a:pt x="12488" y="269"/>
                  </a:cubicBezTo>
                  <a:close/>
                  <a:moveTo>
                    <a:pt x="4464" y="18073"/>
                  </a:moveTo>
                  <a:lnTo>
                    <a:pt x="4464" y="18073"/>
                  </a:lnTo>
                  <a:cubicBezTo>
                    <a:pt x="1" y="11659"/>
                    <a:pt x="4610" y="2878"/>
                    <a:pt x="12415" y="2878"/>
                  </a:cubicBezTo>
                  <a:cubicBezTo>
                    <a:pt x="20220" y="2878"/>
                    <a:pt x="24805" y="11659"/>
                    <a:pt x="20342" y="18073"/>
                  </a:cubicBezTo>
                  <a:lnTo>
                    <a:pt x="20342" y="18073"/>
                  </a:lnTo>
                  <a:cubicBezTo>
                    <a:pt x="19634" y="19220"/>
                    <a:pt x="18147" y="21683"/>
                    <a:pt x="17927" y="23024"/>
                  </a:cubicBezTo>
                  <a:cubicBezTo>
                    <a:pt x="17854" y="23512"/>
                    <a:pt x="17830" y="24000"/>
                    <a:pt x="17805" y="24512"/>
                  </a:cubicBezTo>
                  <a:cubicBezTo>
                    <a:pt x="17781" y="25415"/>
                    <a:pt x="17732" y="26097"/>
                    <a:pt x="17171" y="26463"/>
                  </a:cubicBezTo>
                  <a:lnTo>
                    <a:pt x="17269" y="26536"/>
                  </a:lnTo>
                  <a:cubicBezTo>
                    <a:pt x="17830" y="27097"/>
                    <a:pt x="17537" y="28049"/>
                    <a:pt x="16756" y="28244"/>
                  </a:cubicBezTo>
                  <a:cubicBezTo>
                    <a:pt x="16903" y="28415"/>
                    <a:pt x="17000" y="28634"/>
                    <a:pt x="17000" y="28878"/>
                  </a:cubicBezTo>
                  <a:cubicBezTo>
                    <a:pt x="17000" y="29414"/>
                    <a:pt x="16537" y="29878"/>
                    <a:pt x="15976" y="29878"/>
                  </a:cubicBezTo>
                  <a:lnTo>
                    <a:pt x="15830" y="29878"/>
                  </a:lnTo>
                  <a:cubicBezTo>
                    <a:pt x="15976" y="30049"/>
                    <a:pt x="16049" y="30268"/>
                    <a:pt x="16049" y="30488"/>
                  </a:cubicBezTo>
                  <a:cubicBezTo>
                    <a:pt x="16049" y="31049"/>
                    <a:pt x="15586" y="31488"/>
                    <a:pt x="15049" y="31512"/>
                  </a:cubicBezTo>
                  <a:lnTo>
                    <a:pt x="14537" y="31512"/>
                  </a:lnTo>
                  <a:cubicBezTo>
                    <a:pt x="14488" y="31927"/>
                    <a:pt x="14269" y="32317"/>
                    <a:pt x="13927" y="32610"/>
                  </a:cubicBezTo>
                  <a:cubicBezTo>
                    <a:pt x="13025" y="33292"/>
                    <a:pt x="11781" y="33292"/>
                    <a:pt x="10903" y="32610"/>
                  </a:cubicBezTo>
                  <a:cubicBezTo>
                    <a:pt x="10562" y="32317"/>
                    <a:pt x="10342" y="31927"/>
                    <a:pt x="10269" y="31512"/>
                  </a:cubicBezTo>
                  <a:lnTo>
                    <a:pt x="9781" y="31512"/>
                  </a:lnTo>
                  <a:cubicBezTo>
                    <a:pt x="8952" y="31512"/>
                    <a:pt x="8464" y="30536"/>
                    <a:pt x="8976" y="29878"/>
                  </a:cubicBezTo>
                  <a:lnTo>
                    <a:pt x="8830" y="29878"/>
                  </a:lnTo>
                  <a:cubicBezTo>
                    <a:pt x="7976" y="29878"/>
                    <a:pt x="7513" y="28902"/>
                    <a:pt x="8049" y="28244"/>
                  </a:cubicBezTo>
                  <a:cubicBezTo>
                    <a:pt x="7854" y="28195"/>
                    <a:pt x="7684" y="28097"/>
                    <a:pt x="7562" y="27951"/>
                  </a:cubicBezTo>
                  <a:cubicBezTo>
                    <a:pt x="7171" y="27561"/>
                    <a:pt x="7171" y="26927"/>
                    <a:pt x="7562" y="26536"/>
                  </a:cubicBezTo>
                  <a:lnTo>
                    <a:pt x="7635" y="26463"/>
                  </a:lnTo>
                  <a:cubicBezTo>
                    <a:pt x="7074" y="26122"/>
                    <a:pt x="7049" y="25439"/>
                    <a:pt x="7001" y="24512"/>
                  </a:cubicBezTo>
                  <a:cubicBezTo>
                    <a:pt x="7001" y="24000"/>
                    <a:pt x="6952" y="23512"/>
                    <a:pt x="6879" y="23024"/>
                  </a:cubicBezTo>
                  <a:cubicBezTo>
                    <a:pt x="6659" y="21659"/>
                    <a:pt x="5196" y="19195"/>
                    <a:pt x="4464" y="18049"/>
                  </a:cubicBezTo>
                  <a:close/>
                  <a:moveTo>
                    <a:pt x="14147" y="31512"/>
                  </a:moveTo>
                  <a:lnTo>
                    <a:pt x="10659" y="31512"/>
                  </a:lnTo>
                  <a:cubicBezTo>
                    <a:pt x="10732" y="31829"/>
                    <a:pt x="10903" y="32122"/>
                    <a:pt x="11147" y="32317"/>
                  </a:cubicBezTo>
                  <a:cubicBezTo>
                    <a:pt x="11879" y="32878"/>
                    <a:pt x="12927" y="32878"/>
                    <a:pt x="13659" y="32317"/>
                  </a:cubicBezTo>
                  <a:cubicBezTo>
                    <a:pt x="13903" y="32122"/>
                    <a:pt x="14098" y="31829"/>
                    <a:pt x="14147" y="31512"/>
                  </a:cubicBezTo>
                  <a:close/>
                  <a:moveTo>
                    <a:pt x="15049" y="29902"/>
                  </a:moveTo>
                  <a:lnTo>
                    <a:pt x="9781" y="29902"/>
                  </a:lnTo>
                  <a:cubicBezTo>
                    <a:pt x="8952" y="29902"/>
                    <a:pt x="8952" y="31122"/>
                    <a:pt x="9781" y="31122"/>
                  </a:cubicBezTo>
                  <a:lnTo>
                    <a:pt x="15025" y="31122"/>
                  </a:lnTo>
                  <a:cubicBezTo>
                    <a:pt x="15196" y="31122"/>
                    <a:pt x="15342" y="31049"/>
                    <a:pt x="15464" y="30927"/>
                  </a:cubicBezTo>
                  <a:cubicBezTo>
                    <a:pt x="15586" y="30829"/>
                    <a:pt x="15635" y="30658"/>
                    <a:pt x="15635" y="30512"/>
                  </a:cubicBezTo>
                  <a:cubicBezTo>
                    <a:pt x="15635" y="30171"/>
                    <a:pt x="15366" y="29902"/>
                    <a:pt x="15025" y="29902"/>
                  </a:cubicBezTo>
                  <a:close/>
                  <a:moveTo>
                    <a:pt x="15976" y="28268"/>
                  </a:moveTo>
                  <a:lnTo>
                    <a:pt x="8830" y="28268"/>
                  </a:lnTo>
                  <a:cubicBezTo>
                    <a:pt x="8488" y="28268"/>
                    <a:pt x="8220" y="28536"/>
                    <a:pt x="8220" y="28878"/>
                  </a:cubicBezTo>
                  <a:cubicBezTo>
                    <a:pt x="8220" y="29219"/>
                    <a:pt x="8488" y="29488"/>
                    <a:pt x="8830" y="29488"/>
                  </a:cubicBezTo>
                  <a:lnTo>
                    <a:pt x="15976" y="29488"/>
                  </a:lnTo>
                  <a:cubicBezTo>
                    <a:pt x="16317" y="29488"/>
                    <a:pt x="16586" y="29219"/>
                    <a:pt x="16586" y="28878"/>
                  </a:cubicBezTo>
                  <a:cubicBezTo>
                    <a:pt x="16586" y="28536"/>
                    <a:pt x="16317" y="28268"/>
                    <a:pt x="15976" y="28268"/>
                  </a:cubicBezTo>
                  <a:close/>
                  <a:moveTo>
                    <a:pt x="13659" y="26244"/>
                  </a:moveTo>
                  <a:lnTo>
                    <a:pt x="11171" y="26244"/>
                  </a:lnTo>
                  <a:lnTo>
                    <a:pt x="11171" y="20342"/>
                  </a:lnTo>
                  <a:lnTo>
                    <a:pt x="11171" y="20171"/>
                  </a:lnTo>
                  <a:cubicBezTo>
                    <a:pt x="12000" y="20317"/>
                    <a:pt x="12830" y="20317"/>
                    <a:pt x="13659" y="20171"/>
                  </a:cubicBezTo>
                  <a:lnTo>
                    <a:pt x="13659" y="20342"/>
                  </a:lnTo>
                  <a:lnTo>
                    <a:pt x="13659" y="26244"/>
                  </a:lnTo>
                  <a:close/>
                  <a:moveTo>
                    <a:pt x="16561" y="26658"/>
                  </a:moveTo>
                  <a:lnTo>
                    <a:pt x="8269" y="26658"/>
                  </a:lnTo>
                  <a:cubicBezTo>
                    <a:pt x="8098" y="26658"/>
                    <a:pt x="7952" y="26707"/>
                    <a:pt x="7830" y="26829"/>
                  </a:cubicBezTo>
                  <a:cubicBezTo>
                    <a:pt x="7708" y="26951"/>
                    <a:pt x="7659" y="27097"/>
                    <a:pt x="7659" y="27268"/>
                  </a:cubicBezTo>
                  <a:cubicBezTo>
                    <a:pt x="7659" y="27415"/>
                    <a:pt x="7708" y="27585"/>
                    <a:pt x="7830" y="27707"/>
                  </a:cubicBezTo>
                  <a:cubicBezTo>
                    <a:pt x="7952" y="27805"/>
                    <a:pt x="8098" y="27878"/>
                    <a:pt x="8269" y="27878"/>
                  </a:cubicBezTo>
                  <a:lnTo>
                    <a:pt x="16537" y="27878"/>
                  </a:lnTo>
                  <a:cubicBezTo>
                    <a:pt x="16708" y="27878"/>
                    <a:pt x="16854" y="27805"/>
                    <a:pt x="16976" y="27707"/>
                  </a:cubicBezTo>
                  <a:cubicBezTo>
                    <a:pt x="17074" y="27585"/>
                    <a:pt x="17147" y="27415"/>
                    <a:pt x="17147" y="27268"/>
                  </a:cubicBezTo>
                  <a:cubicBezTo>
                    <a:pt x="17147" y="27097"/>
                    <a:pt x="17074" y="26951"/>
                    <a:pt x="16976" y="26829"/>
                  </a:cubicBezTo>
                  <a:cubicBezTo>
                    <a:pt x="16854" y="26707"/>
                    <a:pt x="16708" y="26658"/>
                    <a:pt x="16537" y="26658"/>
                  </a:cubicBezTo>
                  <a:close/>
                  <a:moveTo>
                    <a:pt x="14659" y="18390"/>
                  </a:moveTo>
                  <a:cubicBezTo>
                    <a:pt x="14757" y="18268"/>
                    <a:pt x="14903" y="18195"/>
                    <a:pt x="15049" y="18146"/>
                  </a:cubicBezTo>
                  <a:cubicBezTo>
                    <a:pt x="15147" y="18122"/>
                    <a:pt x="15269" y="18122"/>
                    <a:pt x="15391" y="18146"/>
                  </a:cubicBezTo>
                  <a:cubicBezTo>
                    <a:pt x="15513" y="18195"/>
                    <a:pt x="15610" y="18293"/>
                    <a:pt x="15635" y="18415"/>
                  </a:cubicBezTo>
                  <a:cubicBezTo>
                    <a:pt x="15659" y="18464"/>
                    <a:pt x="15659" y="18512"/>
                    <a:pt x="15659" y="18537"/>
                  </a:cubicBezTo>
                  <a:cubicBezTo>
                    <a:pt x="15635" y="18756"/>
                    <a:pt x="15537" y="18976"/>
                    <a:pt x="15342" y="19098"/>
                  </a:cubicBezTo>
                  <a:cubicBezTo>
                    <a:pt x="15049" y="19342"/>
                    <a:pt x="14708" y="19512"/>
                    <a:pt x="14318" y="19634"/>
                  </a:cubicBezTo>
                  <a:lnTo>
                    <a:pt x="14098" y="19683"/>
                  </a:lnTo>
                  <a:cubicBezTo>
                    <a:pt x="14122" y="19195"/>
                    <a:pt x="14318" y="18756"/>
                    <a:pt x="14659" y="18390"/>
                  </a:cubicBezTo>
                  <a:close/>
                  <a:moveTo>
                    <a:pt x="10732" y="19683"/>
                  </a:moveTo>
                  <a:lnTo>
                    <a:pt x="10488" y="19634"/>
                  </a:lnTo>
                  <a:cubicBezTo>
                    <a:pt x="10122" y="19512"/>
                    <a:pt x="9781" y="19342"/>
                    <a:pt x="9464" y="19098"/>
                  </a:cubicBezTo>
                  <a:cubicBezTo>
                    <a:pt x="9293" y="18976"/>
                    <a:pt x="9196" y="18756"/>
                    <a:pt x="9171" y="18561"/>
                  </a:cubicBezTo>
                  <a:cubicBezTo>
                    <a:pt x="9171" y="18512"/>
                    <a:pt x="9171" y="18464"/>
                    <a:pt x="9196" y="18415"/>
                  </a:cubicBezTo>
                  <a:cubicBezTo>
                    <a:pt x="9220" y="18293"/>
                    <a:pt x="9318" y="18195"/>
                    <a:pt x="9440" y="18171"/>
                  </a:cubicBezTo>
                  <a:cubicBezTo>
                    <a:pt x="9562" y="18122"/>
                    <a:pt x="9683" y="18122"/>
                    <a:pt x="9781" y="18171"/>
                  </a:cubicBezTo>
                  <a:cubicBezTo>
                    <a:pt x="9927" y="18195"/>
                    <a:pt x="10074" y="18293"/>
                    <a:pt x="10196" y="18390"/>
                  </a:cubicBezTo>
                  <a:cubicBezTo>
                    <a:pt x="10513" y="18756"/>
                    <a:pt x="10683" y="19195"/>
                    <a:pt x="10732" y="196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01;p53">
              <a:extLst>
                <a:ext uri="{FF2B5EF4-FFF2-40B4-BE49-F238E27FC236}">
                  <a16:creationId xmlns:a16="http://schemas.microsoft.com/office/drawing/2014/main" id="{A935A9A4-1168-6F32-0015-2568E2EC5D51}"/>
                </a:ext>
              </a:extLst>
            </p:cNvPr>
            <p:cNvSpPr/>
            <p:nvPr/>
          </p:nvSpPr>
          <p:spPr>
            <a:xfrm>
              <a:off x="7413734" y="1710211"/>
              <a:ext cx="877180" cy="1049184"/>
            </a:xfrm>
            <a:custGeom>
              <a:avLst/>
              <a:gdLst/>
              <a:ahLst/>
              <a:cxnLst/>
              <a:rect l="l" t="t" r="r" b="b"/>
              <a:pathLst>
                <a:path w="19830" h="23756" extrusionOk="0">
                  <a:moveTo>
                    <a:pt x="8878" y="17195"/>
                  </a:moveTo>
                  <a:cubicBezTo>
                    <a:pt x="8829" y="16707"/>
                    <a:pt x="8634" y="16244"/>
                    <a:pt x="8317" y="15902"/>
                  </a:cubicBezTo>
                  <a:cubicBezTo>
                    <a:pt x="8195" y="15780"/>
                    <a:pt x="8073" y="15707"/>
                    <a:pt x="7927" y="15658"/>
                  </a:cubicBezTo>
                  <a:cubicBezTo>
                    <a:pt x="7805" y="15634"/>
                    <a:pt x="7683" y="15634"/>
                    <a:pt x="7586" y="15658"/>
                  </a:cubicBezTo>
                  <a:cubicBezTo>
                    <a:pt x="7464" y="15707"/>
                    <a:pt x="7366" y="15805"/>
                    <a:pt x="7317" y="15927"/>
                  </a:cubicBezTo>
                  <a:cubicBezTo>
                    <a:pt x="7293" y="15951"/>
                    <a:pt x="7293" y="16000"/>
                    <a:pt x="7293" y="16049"/>
                  </a:cubicBezTo>
                  <a:cubicBezTo>
                    <a:pt x="7317" y="16268"/>
                    <a:pt x="7415" y="16463"/>
                    <a:pt x="7610" y="16610"/>
                  </a:cubicBezTo>
                  <a:cubicBezTo>
                    <a:pt x="7903" y="16854"/>
                    <a:pt x="8268" y="17024"/>
                    <a:pt x="8634" y="17146"/>
                  </a:cubicBezTo>
                  <a:lnTo>
                    <a:pt x="8878" y="17195"/>
                  </a:lnTo>
                  <a:close/>
                  <a:moveTo>
                    <a:pt x="11781" y="17683"/>
                  </a:moveTo>
                  <a:cubicBezTo>
                    <a:pt x="10976" y="17829"/>
                    <a:pt x="10122" y="17829"/>
                    <a:pt x="9317" y="17683"/>
                  </a:cubicBezTo>
                  <a:lnTo>
                    <a:pt x="9317" y="17854"/>
                  </a:lnTo>
                  <a:lnTo>
                    <a:pt x="9317" y="23756"/>
                  </a:lnTo>
                  <a:lnTo>
                    <a:pt x="11781" y="23756"/>
                  </a:lnTo>
                  <a:lnTo>
                    <a:pt x="11781" y="17854"/>
                  </a:lnTo>
                  <a:lnTo>
                    <a:pt x="11781" y="17683"/>
                  </a:lnTo>
                  <a:close/>
                  <a:moveTo>
                    <a:pt x="19805" y="10049"/>
                  </a:moveTo>
                  <a:cubicBezTo>
                    <a:pt x="19829" y="11000"/>
                    <a:pt x="19683" y="11927"/>
                    <a:pt x="19390" y="12829"/>
                  </a:cubicBezTo>
                  <a:cubicBezTo>
                    <a:pt x="19195" y="13488"/>
                    <a:pt x="18902" y="14146"/>
                    <a:pt x="18537" y="14756"/>
                  </a:cubicBezTo>
                  <a:cubicBezTo>
                    <a:pt x="18512" y="14780"/>
                    <a:pt x="18366" y="15000"/>
                    <a:pt x="18146" y="15366"/>
                  </a:cubicBezTo>
                  <a:lnTo>
                    <a:pt x="18146" y="15366"/>
                  </a:lnTo>
                  <a:lnTo>
                    <a:pt x="18146" y="15366"/>
                  </a:lnTo>
                  <a:cubicBezTo>
                    <a:pt x="17415" y="16536"/>
                    <a:pt x="15927" y="19073"/>
                    <a:pt x="15683" y="20488"/>
                  </a:cubicBezTo>
                  <a:cubicBezTo>
                    <a:pt x="15610" y="21000"/>
                    <a:pt x="15561" y="21488"/>
                    <a:pt x="15561" y="22000"/>
                  </a:cubicBezTo>
                  <a:cubicBezTo>
                    <a:pt x="15512" y="22951"/>
                    <a:pt x="15488" y="23585"/>
                    <a:pt x="14805" y="23756"/>
                  </a:cubicBezTo>
                  <a:lnTo>
                    <a:pt x="14707" y="23756"/>
                  </a:lnTo>
                  <a:lnTo>
                    <a:pt x="12195" y="23756"/>
                  </a:lnTo>
                  <a:lnTo>
                    <a:pt x="12195" y="17854"/>
                  </a:lnTo>
                  <a:lnTo>
                    <a:pt x="12195" y="17610"/>
                  </a:lnTo>
                  <a:cubicBezTo>
                    <a:pt x="12317" y="17585"/>
                    <a:pt x="12464" y="17536"/>
                    <a:pt x="12585" y="17512"/>
                  </a:cubicBezTo>
                  <a:cubicBezTo>
                    <a:pt x="13000" y="17390"/>
                    <a:pt x="13390" y="17171"/>
                    <a:pt x="13732" y="16902"/>
                  </a:cubicBezTo>
                  <a:cubicBezTo>
                    <a:pt x="14000" y="16683"/>
                    <a:pt x="14171" y="16390"/>
                    <a:pt x="14195" y="16049"/>
                  </a:cubicBezTo>
                  <a:cubicBezTo>
                    <a:pt x="14195" y="15951"/>
                    <a:pt x="14195" y="15878"/>
                    <a:pt x="14171" y="15805"/>
                  </a:cubicBezTo>
                  <a:cubicBezTo>
                    <a:pt x="14073" y="15536"/>
                    <a:pt x="13903" y="15341"/>
                    <a:pt x="13659" y="15268"/>
                  </a:cubicBezTo>
                  <a:cubicBezTo>
                    <a:pt x="13463" y="15219"/>
                    <a:pt x="13268" y="15219"/>
                    <a:pt x="13073" y="15268"/>
                  </a:cubicBezTo>
                  <a:cubicBezTo>
                    <a:pt x="12854" y="15341"/>
                    <a:pt x="12659" y="15439"/>
                    <a:pt x="12512" y="15610"/>
                  </a:cubicBezTo>
                  <a:cubicBezTo>
                    <a:pt x="12098" y="16073"/>
                    <a:pt x="11854" y="16658"/>
                    <a:pt x="11805" y="17293"/>
                  </a:cubicBezTo>
                  <a:cubicBezTo>
                    <a:pt x="10976" y="17439"/>
                    <a:pt x="10122" y="17439"/>
                    <a:pt x="9293" y="17293"/>
                  </a:cubicBezTo>
                  <a:cubicBezTo>
                    <a:pt x="9268" y="16658"/>
                    <a:pt x="9025" y="16073"/>
                    <a:pt x="8586" y="15610"/>
                  </a:cubicBezTo>
                  <a:cubicBezTo>
                    <a:pt x="8439" y="15439"/>
                    <a:pt x="8244" y="15341"/>
                    <a:pt x="8025" y="15268"/>
                  </a:cubicBezTo>
                  <a:cubicBezTo>
                    <a:pt x="7829" y="15219"/>
                    <a:pt x="7634" y="15219"/>
                    <a:pt x="7464" y="15268"/>
                  </a:cubicBezTo>
                  <a:cubicBezTo>
                    <a:pt x="7220" y="15341"/>
                    <a:pt x="7025" y="15536"/>
                    <a:pt x="6951" y="15805"/>
                  </a:cubicBezTo>
                  <a:cubicBezTo>
                    <a:pt x="6903" y="15878"/>
                    <a:pt x="6903" y="15951"/>
                    <a:pt x="6903" y="16049"/>
                  </a:cubicBezTo>
                  <a:cubicBezTo>
                    <a:pt x="6927" y="16390"/>
                    <a:pt x="7098" y="16683"/>
                    <a:pt x="7366" y="16902"/>
                  </a:cubicBezTo>
                  <a:cubicBezTo>
                    <a:pt x="7708" y="17171"/>
                    <a:pt x="8098" y="17390"/>
                    <a:pt x="8512" y="17512"/>
                  </a:cubicBezTo>
                  <a:cubicBezTo>
                    <a:pt x="8634" y="17536"/>
                    <a:pt x="8781" y="17585"/>
                    <a:pt x="8903" y="17610"/>
                  </a:cubicBezTo>
                  <a:lnTo>
                    <a:pt x="8903" y="17854"/>
                  </a:lnTo>
                  <a:lnTo>
                    <a:pt x="8903" y="23756"/>
                  </a:lnTo>
                  <a:lnTo>
                    <a:pt x="6415" y="23756"/>
                  </a:lnTo>
                  <a:lnTo>
                    <a:pt x="6293" y="23756"/>
                  </a:lnTo>
                  <a:cubicBezTo>
                    <a:pt x="5610" y="23585"/>
                    <a:pt x="5586" y="22927"/>
                    <a:pt x="5537" y="22000"/>
                  </a:cubicBezTo>
                  <a:cubicBezTo>
                    <a:pt x="5537" y="21488"/>
                    <a:pt x="5488" y="20975"/>
                    <a:pt x="5415" y="20488"/>
                  </a:cubicBezTo>
                  <a:cubicBezTo>
                    <a:pt x="5171" y="19073"/>
                    <a:pt x="3683" y="16536"/>
                    <a:pt x="2952" y="15366"/>
                  </a:cubicBezTo>
                  <a:lnTo>
                    <a:pt x="2952" y="15341"/>
                  </a:lnTo>
                  <a:lnTo>
                    <a:pt x="2952" y="15341"/>
                  </a:lnTo>
                  <a:cubicBezTo>
                    <a:pt x="2732" y="15024"/>
                    <a:pt x="2586" y="14805"/>
                    <a:pt x="2561" y="14732"/>
                  </a:cubicBezTo>
                  <a:cubicBezTo>
                    <a:pt x="2195" y="14122"/>
                    <a:pt x="1927" y="13488"/>
                    <a:pt x="1708" y="12805"/>
                  </a:cubicBezTo>
                  <a:cubicBezTo>
                    <a:pt x="0" y="7390"/>
                    <a:pt x="3537" y="1732"/>
                    <a:pt x="9147" y="878"/>
                  </a:cubicBezTo>
                  <a:cubicBezTo>
                    <a:pt x="14756" y="0"/>
                    <a:pt x="19829" y="4366"/>
                    <a:pt x="19829" y="10049"/>
                  </a:cubicBezTo>
                  <a:close/>
                  <a:moveTo>
                    <a:pt x="12781" y="15902"/>
                  </a:moveTo>
                  <a:cubicBezTo>
                    <a:pt x="12464" y="16244"/>
                    <a:pt x="12268" y="16707"/>
                    <a:pt x="12220" y="17195"/>
                  </a:cubicBezTo>
                  <a:lnTo>
                    <a:pt x="12464" y="17122"/>
                  </a:lnTo>
                  <a:cubicBezTo>
                    <a:pt x="12829" y="17024"/>
                    <a:pt x="13171" y="16829"/>
                    <a:pt x="13488" y="16610"/>
                  </a:cubicBezTo>
                  <a:cubicBezTo>
                    <a:pt x="13659" y="16463"/>
                    <a:pt x="13781" y="16268"/>
                    <a:pt x="13805" y="16049"/>
                  </a:cubicBezTo>
                  <a:cubicBezTo>
                    <a:pt x="13805" y="16000"/>
                    <a:pt x="13781" y="15951"/>
                    <a:pt x="13781" y="15927"/>
                  </a:cubicBezTo>
                  <a:cubicBezTo>
                    <a:pt x="13732" y="15805"/>
                    <a:pt x="13634" y="15707"/>
                    <a:pt x="13512" y="15658"/>
                  </a:cubicBezTo>
                  <a:cubicBezTo>
                    <a:pt x="13415" y="15634"/>
                    <a:pt x="13293" y="15634"/>
                    <a:pt x="13171" y="15658"/>
                  </a:cubicBezTo>
                  <a:cubicBezTo>
                    <a:pt x="13024" y="15707"/>
                    <a:pt x="12903" y="15780"/>
                    <a:pt x="12781" y="1590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02;p53">
              <a:extLst>
                <a:ext uri="{FF2B5EF4-FFF2-40B4-BE49-F238E27FC236}">
                  <a16:creationId xmlns:a16="http://schemas.microsoft.com/office/drawing/2014/main" id="{4092F3CA-D89C-7B92-AF2C-42BEDA3D8188}"/>
                </a:ext>
              </a:extLst>
            </p:cNvPr>
            <p:cNvSpPr/>
            <p:nvPr/>
          </p:nvSpPr>
          <p:spPr>
            <a:xfrm>
              <a:off x="7670508" y="2776651"/>
              <a:ext cx="419702" cy="53881"/>
            </a:xfrm>
            <a:custGeom>
              <a:avLst/>
              <a:gdLst/>
              <a:ahLst/>
              <a:cxnLst/>
              <a:rect l="l" t="t" r="r" b="b"/>
              <a:pathLst>
                <a:path w="9488" h="1220" extrusionOk="0">
                  <a:moveTo>
                    <a:pt x="6195" y="0"/>
                  </a:moveTo>
                  <a:lnTo>
                    <a:pt x="610" y="0"/>
                  </a:lnTo>
                  <a:cubicBezTo>
                    <a:pt x="439" y="0"/>
                    <a:pt x="293" y="73"/>
                    <a:pt x="171" y="171"/>
                  </a:cubicBezTo>
                  <a:cubicBezTo>
                    <a:pt x="49" y="293"/>
                    <a:pt x="0" y="463"/>
                    <a:pt x="0" y="610"/>
                  </a:cubicBezTo>
                  <a:cubicBezTo>
                    <a:pt x="0" y="781"/>
                    <a:pt x="49" y="927"/>
                    <a:pt x="171" y="1049"/>
                  </a:cubicBezTo>
                  <a:cubicBezTo>
                    <a:pt x="293" y="1171"/>
                    <a:pt x="439" y="1220"/>
                    <a:pt x="610" y="1220"/>
                  </a:cubicBezTo>
                  <a:lnTo>
                    <a:pt x="8878" y="1220"/>
                  </a:lnTo>
                  <a:cubicBezTo>
                    <a:pt x="9049" y="1220"/>
                    <a:pt x="9195" y="1171"/>
                    <a:pt x="9317" y="1049"/>
                  </a:cubicBezTo>
                  <a:cubicBezTo>
                    <a:pt x="9415" y="927"/>
                    <a:pt x="9488" y="781"/>
                    <a:pt x="9488" y="610"/>
                  </a:cubicBezTo>
                  <a:cubicBezTo>
                    <a:pt x="9488" y="463"/>
                    <a:pt x="9415" y="293"/>
                    <a:pt x="9317" y="171"/>
                  </a:cubicBezTo>
                  <a:cubicBezTo>
                    <a:pt x="9195" y="73"/>
                    <a:pt x="9049" y="0"/>
                    <a:pt x="88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03;p53">
              <a:extLst>
                <a:ext uri="{FF2B5EF4-FFF2-40B4-BE49-F238E27FC236}">
                  <a16:creationId xmlns:a16="http://schemas.microsoft.com/office/drawing/2014/main" id="{E5E2D4F1-DF52-D91E-99EB-7FC29A736E62}"/>
                </a:ext>
              </a:extLst>
            </p:cNvPr>
            <p:cNvSpPr/>
            <p:nvPr/>
          </p:nvSpPr>
          <p:spPr>
            <a:xfrm>
              <a:off x="7695323" y="2848818"/>
              <a:ext cx="370070" cy="53881"/>
            </a:xfrm>
            <a:custGeom>
              <a:avLst/>
              <a:gdLst/>
              <a:ahLst/>
              <a:cxnLst/>
              <a:rect l="l" t="t" r="r" b="b"/>
              <a:pathLst>
                <a:path w="8366" h="1220" extrusionOk="0">
                  <a:moveTo>
                    <a:pt x="7756" y="0"/>
                  </a:moveTo>
                  <a:lnTo>
                    <a:pt x="610" y="0"/>
                  </a:lnTo>
                  <a:cubicBezTo>
                    <a:pt x="268" y="0"/>
                    <a:pt x="0" y="268"/>
                    <a:pt x="0" y="610"/>
                  </a:cubicBezTo>
                  <a:cubicBezTo>
                    <a:pt x="0" y="951"/>
                    <a:pt x="268" y="1220"/>
                    <a:pt x="610" y="1220"/>
                  </a:cubicBezTo>
                  <a:lnTo>
                    <a:pt x="7756" y="1220"/>
                  </a:lnTo>
                  <a:cubicBezTo>
                    <a:pt x="8097" y="1220"/>
                    <a:pt x="8366" y="951"/>
                    <a:pt x="8366" y="610"/>
                  </a:cubicBezTo>
                  <a:cubicBezTo>
                    <a:pt x="8366" y="268"/>
                    <a:pt x="8097" y="0"/>
                    <a:pt x="77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04;p53">
              <a:extLst>
                <a:ext uri="{FF2B5EF4-FFF2-40B4-BE49-F238E27FC236}">
                  <a16:creationId xmlns:a16="http://schemas.microsoft.com/office/drawing/2014/main" id="{64E64C4C-133E-4012-B756-551048CBA5C2}"/>
                </a:ext>
              </a:extLst>
            </p:cNvPr>
            <p:cNvSpPr/>
            <p:nvPr/>
          </p:nvSpPr>
          <p:spPr>
            <a:xfrm>
              <a:off x="7727657" y="2919882"/>
              <a:ext cx="295667" cy="53925"/>
            </a:xfrm>
            <a:custGeom>
              <a:avLst/>
              <a:gdLst/>
              <a:ahLst/>
              <a:cxnLst/>
              <a:rect l="l" t="t" r="r" b="b"/>
              <a:pathLst>
                <a:path w="6684" h="1221" extrusionOk="0">
                  <a:moveTo>
                    <a:pt x="6074" y="1"/>
                  </a:moveTo>
                  <a:lnTo>
                    <a:pt x="830" y="1"/>
                  </a:lnTo>
                  <a:cubicBezTo>
                    <a:pt x="1" y="1"/>
                    <a:pt x="1" y="1220"/>
                    <a:pt x="830" y="1220"/>
                  </a:cubicBezTo>
                  <a:lnTo>
                    <a:pt x="6074" y="1220"/>
                  </a:lnTo>
                  <a:cubicBezTo>
                    <a:pt x="6245" y="1220"/>
                    <a:pt x="6391" y="1172"/>
                    <a:pt x="6513" y="1050"/>
                  </a:cubicBezTo>
                  <a:cubicBezTo>
                    <a:pt x="6635" y="928"/>
                    <a:pt x="6684" y="781"/>
                    <a:pt x="6684" y="611"/>
                  </a:cubicBezTo>
                  <a:cubicBezTo>
                    <a:pt x="6684" y="269"/>
                    <a:pt x="6415" y="1"/>
                    <a:pt x="60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05;p53">
              <a:extLst>
                <a:ext uri="{FF2B5EF4-FFF2-40B4-BE49-F238E27FC236}">
                  <a16:creationId xmlns:a16="http://schemas.microsoft.com/office/drawing/2014/main" id="{7AABDFFC-D5C5-D06C-7186-45EE4340C3D2}"/>
                </a:ext>
              </a:extLst>
            </p:cNvPr>
            <p:cNvSpPr/>
            <p:nvPr/>
          </p:nvSpPr>
          <p:spPr>
            <a:xfrm>
              <a:off x="7803208" y="2992050"/>
              <a:ext cx="154292" cy="60374"/>
            </a:xfrm>
            <a:custGeom>
              <a:avLst/>
              <a:gdLst/>
              <a:ahLst/>
              <a:cxnLst/>
              <a:rect l="l" t="t" r="r" b="b"/>
              <a:pathLst>
                <a:path w="3488" h="1367" extrusionOk="0">
                  <a:moveTo>
                    <a:pt x="3488" y="1"/>
                  </a:moveTo>
                  <a:lnTo>
                    <a:pt x="0" y="1"/>
                  </a:lnTo>
                  <a:cubicBezTo>
                    <a:pt x="73" y="318"/>
                    <a:pt x="244" y="611"/>
                    <a:pt x="488" y="806"/>
                  </a:cubicBezTo>
                  <a:cubicBezTo>
                    <a:pt x="1220" y="1367"/>
                    <a:pt x="2268" y="1367"/>
                    <a:pt x="3000" y="806"/>
                  </a:cubicBezTo>
                  <a:cubicBezTo>
                    <a:pt x="3244" y="611"/>
                    <a:pt x="3439" y="318"/>
                    <a:pt x="3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06;p53">
              <a:extLst>
                <a:ext uri="{FF2B5EF4-FFF2-40B4-BE49-F238E27FC236}">
                  <a16:creationId xmlns:a16="http://schemas.microsoft.com/office/drawing/2014/main" id="{16BAEAE2-D03E-E102-2EE7-CB46AC53EBEF}"/>
                </a:ext>
              </a:extLst>
            </p:cNvPr>
            <p:cNvSpPr/>
            <p:nvPr/>
          </p:nvSpPr>
          <p:spPr>
            <a:xfrm>
              <a:off x="7670508" y="1747885"/>
              <a:ext cx="676486" cy="1012615"/>
            </a:xfrm>
            <a:custGeom>
              <a:avLst/>
              <a:gdLst/>
              <a:ahLst/>
              <a:cxnLst/>
              <a:rect l="l" t="t" r="r" b="b"/>
              <a:pathLst>
                <a:path w="15293" h="22928" extrusionOk="0">
                  <a:moveTo>
                    <a:pt x="8268" y="20830"/>
                  </a:moveTo>
                  <a:cubicBezTo>
                    <a:pt x="8219" y="21781"/>
                    <a:pt x="8195" y="22415"/>
                    <a:pt x="7512" y="22586"/>
                  </a:cubicBezTo>
                  <a:lnTo>
                    <a:pt x="7415" y="22586"/>
                  </a:lnTo>
                  <a:lnTo>
                    <a:pt x="6390" y="22586"/>
                  </a:lnTo>
                  <a:lnTo>
                    <a:pt x="6390" y="22903"/>
                  </a:lnTo>
                  <a:lnTo>
                    <a:pt x="8878" y="22903"/>
                  </a:lnTo>
                  <a:lnTo>
                    <a:pt x="9000" y="22903"/>
                  </a:lnTo>
                  <a:cubicBezTo>
                    <a:pt x="9683" y="22708"/>
                    <a:pt x="9707" y="22074"/>
                    <a:pt x="9732" y="21147"/>
                  </a:cubicBezTo>
                  <a:cubicBezTo>
                    <a:pt x="9756" y="20635"/>
                    <a:pt x="9805" y="20122"/>
                    <a:pt x="9878" y="19610"/>
                  </a:cubicBezTo>
                  <a:cubicBezTo>
                    <a:pt x="10097" y="18196"/>
                    <a:pt x="11610" y="15683"/>
                    <a:pt x="12341" y="14513"/>
                  </a:cubicBezTo>
                  <a:lnTo>
                    <a:pt x="12341" y="14488"/>
                  </a:lnTo>
                  <a:lnTo>
                    <a:pt x="12341" y="14488"/>
                  </a:lnTo>
                  <a:cubicBezTo>
                    <a:pt x="12561" y="14147"/>
                    <a:pt x="12707" y="13927"/>
                    <a:pt x="12732" y="13879"/>
                  </a:cubicBezTo>
                  <a:cubicBezTo>
                    <a:pt x="13073" y="13269"/>
                    <a:pt x="13366" y="12635"/>
                    <a:pt x="13585" y="11952"/>
                  </a:cubicBezTo>
                  <a:cubicBezTo>
                    <a:pt x="15292" y="6464"/>
                    <a:pt x="11658" y="733"/>
                    <a:pt x="5927" y="1"/>
                  </a:cubicBezTo>
                  <a:cubicBezTo>
                    <a:pt x="10878" y="1489"/>
                    <a:pt x="13634" y="6732"/>
                    <a:pt x="12097" y="11635"/>
                  </a:cubicBezTo>
                  <a:cubicBezTo>
                    <a:pt x="11902" y="12318"/>
                    <a:pt x="11610" y="12952"/>
                    <a:pt x="11244" y="13562"/>
                  </a:cubicBezTo>
                  <a:cubicBezTo>
                    <a:pt x="11219" y="13610"/>
                    <a:pt x="11073" y="13830"/>
                    <a:pt x="10854" y="14147"/>
                  </a:cubicBezTo>
                  <a:lnTo>
                    <a:pt x="10854" y="14147"/>
                  </a:lnTo>
                  <a:lnTo>
                    <a:pt x="10854" y="14147"/>
                  </a:lnTo>
                  <a:cubicBezTo>
                    <a:pt x="10122" y="15318"/>
                    <a:pt x="8634" y="17854"/>
                    <a:pt x="8390" y="19269"/>
                  </a:cubicBezTo>
                  <a:cubicBezTo>
                    <a:pt x="8317" y="19781"/>
                    <a:pt x="8268" y="20269"/>
                    <a:pt x="8268" y="20781"/>
                  </a:cubicBezTo>
                  <a:close/>
                  <a:moveTo>
                    <a:pt x="3098" y="22903"/>
                  </a:moveTo>
                  <a:lnTo>
                    <a:pt x="3098" y="22586"/>
                  </a:lnTo>
                  <a:lnTo>
                    <a:pt x="0" y="22586"/>
                  </a:lnTo>
                  <a:cubicBezTo>
                    <a:pt x="122" y="22756"/>
                    <a:pt x="293" y="22878"/>
                    <a:pt x="488" y="22927"/>
                  </a:cubicBezTo>
                  <a:lnTo>
                    <a:pt x="610" y="22927"/>
                  </a:lnTo>
                  <a:close/>
                  <a:moveTo>
                    <a:pt x="5976" y="22903"/>
                  </a:moveTo>
                  <a:lnTo>
                    <a:pt x="3512" y="22903"/>
                  </a:lnTo>
                  <a:lnTo>
                    <a:pt x="3512" y="22586"/>
                  </a:lnTo>
                  <a:lnTo>
                    <a:pt x="5976" y="22586"/>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07;p53">
              <a:extLst>
                <a:ext uri="{FF2B5EF4-FFF2-40B4-BE49-F238E27FC236}">
                  <a16:creationId xmlns:a16="http://schemas.microsoft.com/office/drawing/2014/main" id="{915C9085-ED4B-57C4-BC20-86B70B20D65D}"/>
                </a:ext>
              </a:extLst>
            </p:cNvPr>
            <p:cNvSpPr/>
            <p:nvPr/>
          </p:nvSpPr>
          <p:spPr>
            <a:xfrm>
              <a:off x="7500033" y="1815768"/>
              <a:ext cx="220158" cy="323199"/>
            </a:xfrm>
            <a:custGeom>
              <a:avLst/>
              <a:gdLst/>
              <a:ahLst/>
              <a:cxnLst/>
              <a:rect l="l" t="t" r="r" b="b"/>
              <a:pathLst>
                <a:path w="4977" h="7318" extrusionOk="0">
                  <a:moveTo>
                    <a:pt x="4659" y="49"/>
                  </a:moveTo>
                  <a:cubicBezTo>
                    <a:pt x="4781" y="0"/>
                    <a:pt x="4878" y="49"/>
                    <a:pt x="4927" y="147"/>
                  </a:cubicBezTo>
                  <a:cubicBezTo>
                    <a:pt x="4976" y="244"/>
                    <a:pt x="4927" y="366"/>
                    <a:pt x="4830" y="415"/>
                  </a:cubicBezTo>
                  <a:cubicBezTo>
                    <a:pt x="4586" y="513"/>
                    <a:pt x="4366" y="659"/>
                    <a:pt x="4147" y="805"/>
                  </a:cubicBezTo>
                  <a:cubicBezTo>
                    <a:pt x="3927" y="952"/>
                    <a:pt x="3708" y="635"/>
                    <a:pt x="3927" y="488"/>
                  </a:cubicBezTo>
                  <a:cubicBezTo>
                    <a:pt x="4147" y="318"/>
                    <a:pt x="4415" y="171"/>
                    <a:pt x="4659" y="49"/>
                  </a:cubicBezTo>
                  <a:close/>
                  <a:moveTo>
                    <a:pt x="2854" y="1342"/>
                  </a:moveTo>
                  <a:cubicBezTo>
                    <a:pt x="2927" y="1244"/>
                    <a:pt x="3074" y="1244"/>
                    <a:pt x="3147" y="1342"/>
                  </a:cubicBezTo>
                  <a:cubicBezTo>
                    <a:pt x="3220" y="1415"/>
                    <a:pt x="3220" y="1537"/>
                    <a:pt x="3147" y="1610"/>
                  </a:cubicBezTo>
                  <a:cubicBezTo>
                    <a:pt x="2440" y="2317"/>
                    <a:pt x="1830" y="3122"/>
                    <a:pt x="1391" y="4025"/>
                  </a:cubicBezTo>
                  <a:cubicBezTo>
                    <a:pt x="927" y="4976"/>
                    <a:pt x="610" y="6000"/>
                    <a:pt x="440" y="7073"/>
                  </a:cubicBezTo>
                  <a:cubicBezTo>
                    <a:pt x="391" y="7317"/>
                    <a:pt x="1" y="7244"/>
                    <a:pt x="25" y="7000"/>
                  </a:cubicBezTo>
                  <a:cubicBezTo>
                    <a:pt x="220" y="5903"/>
                    <a:pt x="562" y="4854"/>
                    <a:pt x="1049" y="3854"/>
                  </a:cubicBezTo>
                  <a:cubicBezTo>
                    <a:pt x="1513" y="2903"/>
                    <a:pt x="2122" y="2074"/>
                    <a:pt x="2854" y="134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08;p53">
              <a:extLst>
                <a:ext uri="{FF2B5EF4-FFF2-40B4-BE49-F238E27FC236}">
                  <a16:creationId xmlns:a16="http://schemas.microsoft.com/office/drawing/2014/main" id="{C6AD52DE-15F1-7CBA-3490-65158AF25B6C}"/>
                </a:ext>
              </a:extLst>
            </p:cNvPr>
            <p:cNvSpPr/>
            <p:nvPr/>
          </p:nvSpPr>
          <p:spPr>
            <a:xfrm>
              <a:off x="7948824" y="2848818"/>
              <a:ext cx="116559" cy="53881"/>
            </a:xfrm>
            <a:custGeom>
              <a:avLst/>
              <a:gdLst/>
              <a:ahLst/>
              <a:cxnLst/>
              <a:rect l="l" t="t" r="r" b="b"/>
              <a:pathLst>
                <a:path w="2635" h="1220" extrusionOk="0">
                  <a:moveTo>
                    <a:pt x="610" y="610"/>
                  </a:moveTo>
                  <a:cubicBezTo>
                    <a:pt x="610" y="951"/>
                    <a:pt x="342" y="1220"/>
                    <a:pt x="1" y="1220"/>
                  </a:cubicBezTo>
                  <a:lnTo>
                    <a:pt x="2025" y="1220"/>
                  </a:lnTo>
                  <a:cubicBezTo>
                    <a:pt x="2366" y="1220"/>
                    <a:pt x="2635" y="951"/>
                    <a:pt x="2635" y="610"/>
                  </a:cubicBezTo>
                  <a:cubicBezTo>
                    <a:pt x="2635" y="268"/>
                    <a:pt x="2366" y="0"/>
                    <a:pt x="2025" y="0"/>
                  </a:cubicBezTo>
                  <a:lnTo>
                    <a:pt x="1" y="0"/>
                  </a:lnTo>
                  <a:cubicBezTo>
                    <a:pt x="342" y="0"/>
                    <a:pt x="610" y="268"/>
                    <a:pt x="610" y="61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09;p53">
              <a:extLst>
                <a:ext uri="{FF2B5EF4-FFF2-40B4-BE49-F238E27FC236}">
                  <a16:creationId xmlns:a16="http://schemas.microsoft.com/office/drawing/2014/main" id="{996F44BE-F6B7-579C-5AC4-6D2716EDBBFF}"/>
                </a:ext>
              </a:extLst>
            </p:cNvPr>
            <p:cNvSpPr/>
            <p:nvPr/>
          </p:nvSpPr>
          <p:spPr>
            <a:xfrm>
              <a:off x="7973639" y="2776651"/>
              <a:ext cx="116559" cy="53881"/>
            </a:xfrm>
            <a:custGeom>
              <a:avLst/>
              <a:gdLst/>
              <a:ahLst/>
              <a:cxnLst/>
              <a:rect l="l" t="t" r="r" b="b"/>
              <a:pathLst>
                <a:path w="2635" h="1220" extrusionOk="0">
                  <a:moveTo>
                    <a:pt x="1" y="1220"/>
                  </a:moveTo>
                  <a:lnTo>
                    <a:pt x="2025" y="1220"/>
                  </a:lnTo>
                  <a:cubicBezTo>
                    <a:pt x="2196" y="1220"/>
                    <a:pt x="2342" y="1171"/>
                    <a:pt x="2464" y="1049"/>
                  </a:cubicBezTo>
                  <a:cubicBezTo>
                    <a:pt x="2562" y="927"/>
                    <a:pt x="2635" y="781"/>
                    <a:pt x="2635" y="610"/>
                  </a:cubicBezTo>
                  <a:cubicBezTo>
                    <a:pt x="2635" y="463"/>
                    <a:pt x="2562" y="293"/>
                    <a:pt x="2464" y="171"/>
                  </a:cubicBezTo>
                  <a:cubicBezTo>
                    <a:pt x="2342" y="73"/>
                    <a:pt x="2196" y="0"/>
                    <a:pt x="2025" y="0"/>
                  </a:cubicBezTo>
                  <a:lnTo>
                    <a:pt x="1" y="0"/>
                  </a:lnTo>
                  <a:cubicBezTo>
                    <a:pt x="171" y="0"/>
                    <a:pt x="318" y="73"/>
                    <a:pt x="440" y="171"/>
                  </a:cubicBezTo>
                  <a:cubicBezTo>
                    <a:pt x="537" y="293"/>
                    <a:pt x="610" y="463"/>
                    <a:pt x="610" y="610"/>
                  </a:cubicBezTo>
                  <a:cubicBezTo>
                    <a:pt x="610" y="781"/>
                    <a:pt x="537" y="927"/>
                    <a:pt x="440" y="1049"/>
                  </a:cubicBezTo>
                  <a:cubicBezTo>
                    <a:pt x="318" y="1171"/>
                    <a:pt x="171" y="1220"/>
                    <a:pt x="1" y="122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10;p53">
              <a:extLst>
                <a:ext uri="{FF2B5EF4-FFF2-40B4-BE49-F238E27FC236}">
                  <a16:creationId xmlns:a16="http://schemas.microsoft.com/office/drawing/2014/main" id="{76FF87D5-EF7F-67F7-6D9C-7714B932FC51}"/>
                </a:ext>
              </a:extLst>
            </p:cNvPr>
            <p:cNvSpPr/>
            <p:nvPr/>
          </p:nvSpPr>
          <p:spPr>
            <a:xfrm>
              <a:off x="7906758" y="2919882"/>
              <a:ext cx="116559" cy="53925"/>
            </a:xfrm>
            <a:custGeom>
              <a:avLst/>
              <a:gdLst/>
              <a:ahLst/>
              <a:cxnLst/>
              <a:rect l="l" t="t" r="r" b="b"/>
              <a:pathLst>
                <a:path w="2635" h="1221" extrusionOk="0">
                  <a:moveTo>
                    <a:pt x="2025" y="1"/>
                  </a:moveTo>
                  <a:lnTo>
                    <a:pt x="0" y="1"/>
                  </a:lnTo>
                  <a:cubicBezTo>
                    <a:pt x="342" y="1"/>
                    <a:pt x="610" y="269"/>
                    <a:pt x="610" y="611"/>
                  </a:cubicBezTo>
                  <a:cubicBezTo>
                    <a:pt x="610" y="781"/>
                    <a:pt x="537" y="928"/>
                    <a:pt x="439" y="1050"/>
                  </a:cubicBezTo>
                  <a:cubicBezTo>
                    <a:pt x="318" y="1172"/>
                    <a:pt x="171" y="1220"/>
                    <a:pt x="0" y="1220"/>
                  </a:cubicBezTo>
                  <a:lnTo>
                    <a:pt x="2025" y="1220"/>
                  </a:lnTo>
                  <a:cubicBezTo>
                    <a:pt x="2196" y="1220"/>
                    <a:pt x="2342" y="1172"/>
                    <a:pt x="2464" y="1050"/>
                  </a:cubicBezTo>
                  <a:cubicBezTo>
                    <a:pt x="2586" y="928"/>
                    <a:pt x="2635" y="781"/>
                    <a:pt x="2635" y="611"/>
                  </a:cubicBezTo>
                  <a:cubicBezTo>
                    <a:pt x="2635" y="269"/>
                    <a:pt x="2366" y="1"/>
                    <a:pt x="2025" y="1"/>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311;p53">
            <a:extLst>
              <a:ext uri="{FF2B5EF4-FFF2-40B4-BE49-F238E27FC236}">
                <a16:creationId xmlns:a16="http://schemas.microsoft.com/office/drawing/2014/main" id="{11F33B45-76B4-3FB1-850C-62CAF8B04EC2}"/>
              </a:ext>
            </a:extLst>
          </p:cNvPr>
          <p:cNvGrpSpPr/>
          <p:nvPr/>
        </p:nvGrpSpPr>
        <p:grpSpPr>
          <a:xfrm>
            <a:off x="2053379" y="7937409"/>
            <a:ext cx="1554476" cy="202073"/>
            <a:chOff x="4877313" y="3070693"/>
            <a:chExt cx="1828795" cy="240192"/>
          </a:xfrm>
        </p:grpSpPr>
        <p:sp>
          <p:nvSpPr>
            <p:cNvPr id="31" name="Google Shape;1312;p53">
              <a:extLst>
                <a:ext uri="{FF2B5EF4-FFF2-40B4-BE49-F238E27FC236}">
                  <a16:creationId xmlns:a16="http://schemas.microsoft.com/office/drawing/2014/main" id="{8EEB0ACC-6202-4F74-D881-08667FAE6A24}"/>
                </a:ext>
              </a:extLst>
            </p:cNvPr>
            <p:cNvSpPr/>
            <p:nvPr/>
          </p:nvSpPr>
          <p:spPr>
            <a:xfrm>
              <a:off x="4877313" y="3070693"/>
              <a:ext cx="1827551" cy="238935"/>
            </a:xfrm>
            <a:custGeom>
              <a:avLst/>
              <a:gdLst/>
              <a:ahLst/>
              <a:cxnLst/>
              <a:rect l="l" t="t" r="r" b="b"/>
              <a:pathLst>
                <a:path w="35269" h="4562" extrusionOk="0">
                  <a:moveTo>
                    <a:pt x="1196" y="2952"/>
                  </a:moveTo>
                  <a:lnTo>
                    <a:pt x="708" y="2952"/>
                  </a:lnTo>
                  <a:cubicBezTo>
                    <a:pt x="537" y="2927"/>
                    <a:pt x="366" y="2878"/>
                    <a:pt x="269" y="2756"/>
                  </a:cubicBezTo>
                  <a:lnTo>
                    <a:pt x="269" y="2756"/>
                  </a:lnTo>
                  <a:cubicBezTo>
                    <a:pt x="1" y="2488"/>
                    <a:pt x="1" y="2098"/>
                    <a:pt x="269" y="1830"/>
                  </a:cubicBezTo>
                  <a:cubicBezTo>
                    <a:pt x="366" y="1708"/>
                    <a:pt x="537" y="1635"/>
                    <a:pt x="708" y="1659"/>
                  </a:cubicBezTo>
                  <a:lnTo>
                    <a:pt x="1196" y="1659"/>
                  </a:lnTo>
                  <a:cubicBezTo>
                    <a:pt x="1196" y="1610"/>
                    <a:pt x="1220" y="1586"/>
                    <a:pt x="1244" y="1561"/>
                  </a:cubicBezTo>
                  <a:cubicBezTo>
                    <a:pt x="3586" y="0"/>
                    <a:pt x="4049" y="0"/>
                    <a:pt x="6586" y="0"/>
                  </a:cubicBezTo>
                  <a:lnTo>
                    <a:pt x="33195" y="0"/>
                  </a:lnTo>
                  <a:cubicBezTo>
                    <a:pt x="34366" y="98"/>
                    <a:pt x="35268" y="1098"/>
                    <a:pt x="35268" y="2293"/>
                  </a:cubicBezTo>
                  <a:cubicBezTo>
                    <a:pt x="35268" y="3464"/>
                    <a:pt x="34366" y="4464"/>
                    <a:pt x="33195" y="4561"/>
                  </a:cubicBezTo>
                  <a:lnTo>
                    <a:pt x="6610" y="4561"/>
                  </a:lnTo>
                  <a:cubicBezTo>
                    <a:pt x="4049" y="4561"/>
                    <a:pt x="3610" y="4561"/>
                    <a:pt x="1269" y="3000"/>
                  </a:cubicBezTo>
                  <a:cubicBezTo>
                    <a:pt x="1244" y="2976"/>
                    <a:pt x="1220" y="2952"/>
                    <a:pt x="1196" y="29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13;p53">
              <a:extLst>
                <a:ext uri="{FF2B5EF4-FFF2-40B4-BE49-F238E27FC236}">
                  <a16:creationId xmlns:a16="http://schemas.microsoft.com/office/drawing/2014/main" id="{5537E108-C5DF-7C68-BF60-B465F6D3D06A}"/>
                </a:ext>
              </a:extLst>
            </p:cNvPr>
            <p:cNvSpPr/>
            <p:nvPr/>
          </p:nvSpPr>
          <p:spPr>
            <a:xfrm>
              <a:off x="4897518" y="3179264"/>
              <a:ext cx="40521" cy="24302"/>
            </a:xfrm>
            <a:custGeom>
              <a:avLst/>
              <a:gdLst/>
              <a:ahLst/>
              <a:cxnLst/>
              <a:rect l="l" t="t" r="r" b="b"/>
              <a:pathLst>
                <a:path w="782" h="464" extrusionOk="0">
                  <a:moveTo>
                    <a:pt x="172" y="49"/>
                  </a:moveTo>
                  <a:cubicBezTo>
                    <a:pt x="1" y="196"/>
                    <a:pt x="123" y="464"/>
                    <a:pt x="342" y="464"/>
                  </a:cubicBezTo>
                  <a:lnTo>
                    <a:pt x="781" y="464"/>
                  </a:lnTo>
                  <a:lnTo>
                    <a:pt x="781" y="1"/>
                  </a:lnTo>
                  <a:lnTo>
                    <a:pt x="318" y="1"/>
                  </a:lnTo>
                  <a:cubicBezTo>
                    <a:pt x="269" y="1"/>
                    <a:pt x="196" y="1"/>
                    <a:pt x="172" y="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14;p53">
              <a:extLst>
                <a:ext uri="{FF2B5EF4-FFF2-40B4-BE49-F238E27FC236}">
                  <a16:creationId xmlns:a16="http://schemas.microsoft.com/office/drawing/2014/main" id="{3C139E2F-9FF7-89EF-43D3-20301FEA915A}"/>
                </a:ext>
              </a:extLst>
            </p:cNvPr>
            <p:cNvSpPr/>
            <p:nvPr/>
          </p:nvSpPr>
          <p:spPr>
            <a:xfrm>
              <a:off x="4959430" y="3091119"/>
              <a:ext cx="259139" cy="199339"/>
            </a:xfrm>
            <a:custGeom>
              <a:avLst/>
              <a:gdLst/>
              <a:ahLst/>
              <a:cxnLst/>
              <a:rect l="l" t="t" r="r" b="b"/>
              <a:pathLst>
                <a:path w="5001" h="3806" extrusionOk="0">
                  <a:moveTo>
                    <a:pt x="1" y="1903"/>
                  </a:moveTo>
                  <a:lnTo>
                    <a:pt x="1" y="2342"/>
                  </a:lnTo>
                  <a:lnTo>
                    <a:pt x="1" y="2342"/>
                  </a:lnTo>
                  <a:cubicBezTo>
                    <a:pt x="2147" y="3805"/>
                    <a:pt x="2611" y="3805"/>
                    <a:pt x="5001" y="3805"/>
                  </a:cubicBezTo>
                  <a:lnTo>
                    <a:pt x="5001" y="1"/>
                  </a:lnTo>
                  <a:cubicBezTo>
                    <a:pt x="2611" y="1"/>
                    <a:pt x="2147" y="1"/>
                    <a:pt x="1" y="1464"/>
                  </a:cubicBezTo>
                  <a:lnTo>
                    <a:pt x="1" y="146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15;p53">
              <a:extLst>
                <a:ext uri="{FF2B5EF4-FFF2-40B4-BE49-F238E27FC236}">
                  <a16:creationId xmlns:a16="http://schemas.microsoft.com/office/drawing/2014/main" id="{AB337381-1C85-5B52-8B42-0957A5DFB4B7}"/>
                </a:ext>
              </a:extLst>
            </p:cNvPr>
            <p:cNvSpPr/>
            <p:nvPr/>
          </p:nvSpPr>
          <p:spPr>
            <a:xfrm>
              <a:off x="5233657" y="3091119"/>
              <a:ext cx="570044" cy="199339"/>
            </a:xfrm>
            <a:custGeom>
              <a:avLst/>
              <a:gdLst/>
              <a:ahLst/>
              <a:cxnLst/>
              <a:rect l="l" t="t" r="r" b="b"/>
              <a:pathLst>
                <a:path w="11001" h="3806" extrusionOk="0">
                  <a:moveTo>
                    <a:pt x="1" y="1"/>
                  </a:moveTo>
                  <a:lnTo>
                    <a:pt x="1" y="3805"/>
                  </a:lnTo>
                  <a:lnTo>
                    <a:pt x="11000" y="3805"/>
                  </a:lnTo>
                  <a:lnTo>
                    <a:pt x="11000" y="1"/>
                  </a:lnTo>
                  <a:close/>
                  <a:moveTo>
                    <a:pt x="3049" y="2318"/>
                  </a:moveTo>
                  <a:cubicBezTo>
                    <a:pt x="2927" y="2220"/>
                    <a:pt x="2879" y="2049"/>
                    <a:pt x="2879" y="1903"/>
                  </a:cubicBezTo>
                  <a:cubicBezTo>
                    <a:pt x="2879" y="1757"/>
                    <a:pt x="2927" y="1610"/>
                    <a:pt x="3049" y="1488"/>
                  </a:cubicBezTo>
                  <a:lnTo>
                    <a:pt x="3049" y="1488"/>
                  </a:lnTo>
                  <a:cubicBezTo>
                    <a:pt x="3147" y="1391"/>
                    <a:pt x="3293" y="1318"/>
                    <a:pt x="3464" y="1318"/>
                  </a:cubicBezTo>
                  <a:lnTo>
                    <a:pt x="6439" y="1318"/>
                  </a:lnTo>
                  <a:cubicBezTo>
                    <a:pt x="6586" y="1318"/>
                    <a:pt x="6732" y="1391"/>
                    <a:pt x="6854" y="1488"/>
                  </a:cubicBezTo>
                  <a:lnTo>
                    <a:pt x="6854" y="1488"/>
                  </a:lnTo>
                  <a:cubicBezTo>
                    <a:pt x="7074" y="1732"/>
                    <a:pt x="7074" y="2074"/>
                    <a:pt x="6854" y="2318"/>
                  </a:cubicBezTo>
                  <a:lnTo>
                    <a:pt x="6854" y="2318"/>
                  </a:lnTo>
                  <a:cubicBezTo>
                    <a:pt x="6732" y="2415"/>
                    <a:pt x="6586" y="2488"/>
                    <a:pt x="6439" y="2488"/>
                  </a:cubicBezTo>
                  <a:lnTo>
                    <a:pt x="3464" y="2488"/>
                  </a:lnTo>
                  <a:cubicBezTo>
                    <a:pt x="3293" y="2488"/>
                    <a:pt x="3147" y="2415"/>
                    <a:pt x="3049" y="23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16;p53">
              <a:extLst>
                <a:ext uri="{FF2B5EF4-FFF2-40B4-BE49-F238E27FC236}">
                  <a16:creationId xmlns:a16="http://schemas.microsoft.com/office/drawing/2014/main" id="{3A7A519D-1DBA-447E-21BE-F945131ADC79}"/>
                </a:ext>
              </a:extLst>
            </p:cNvPr>
            <p:cNvSpPr/>
            <p:nvPr/>
          </p:nvSpPr>
          <p:spPr>
            <a:xfrm>
              <a:off x="5818688" y="3091119"/>
              <a:ext cx="873384" cy="199339"/>
            </a:xfrm>
            <a:custGeom>
              <a:avLst/>
              <a:gdLst/>
              <a:ahLst/>
              <a:cxnLst/>
              <a:rect l="l" t="t" r="r" b="b"/>
              <a:pathLst>
                <a:path w="16855" h="3806" extrusionOk="0">
                  <a:moveTo>
                    <a:pt x="1" y="1"/>
                  </a:moveTo>
                  <a:lnTo>
                    <a:pt x="1" y="3805"/>
                  </a:lnTo>
                  <a:lnTo>
                    <a:pt x="15025" y="3805"/>
                  </a:lnTo>
                  <a:cubicBezTo>
                    <a:pt x="16049" y="3757"/>
                    <a:pt x="16854" y="2927"/>
                    <a:pt x="16854" y="1903"/>
                  </a:cubicBezTo>
                  <a:cubicBezTo>
                    <a:pt x="16854" y="903"/>
                    <a:pt x="16049" y="49"/>
                    <a:pt x="15025" y="2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17;p53">
              <a:extLst>
                <a:ext uri="{FF2B5EF4-FFF2-40B4-BE49-F238E27FC236}">
                  <a16:creationId xmlns:a16="http://schemas.microsoft.com/office/drawing/2014/main" id="{4AE210E0-6576-A57E-ECE8-B0C71DED9AE3}"/>
                </a:ext>
              </a:extLst>
            </p:cNvPr>
            <p:cNvSpPr/>
            <p:nvPr/>
          </p:nvSpPr>
          <p:spPr>
            <a:xfrm>
              <a:off x="5391624" y="3174183"/>
              <a:ext cx="190896" cy="34515"/>
            </a:xfrm>
            <a:custGeom>
              <a:avLst/>
              <a:gdLst/>
              <a:ahLst/>
              <a:cxnLst/>
              <a:rect l="l" t="t" r="r" b="b"/>
              <a:pathLst>
                <a:path w="3684" h="659" extrusionOk="0">
                  <a:moveTo>
                    <a:pt x="3683" y="317"/>
                  </a:moveTo>
                  <a:cubicBezTo>
                    <a:pt x="3683" y="244"/>
                    <a:pt x="3634" y="171"/>
                    <a:pt x="3610" y="122"/>
                  </a:cubicBezTo>
                  <a:lnTo>
                    <a:pt x="3610" y="122"/>
                  </a:lnTo>
                  <a:cubicBezTo>
                    <a:pt x="3537" y="73"/>
                    <a:pt x="3464" y="49"/>
                    <a:pt x="3390" y="49"/>
                  </a:cubicBezTo>
                  <a:lnTo>
                    <a:pt x="415" y="49"/>
                  </a:lnTo>
                  <a:cubicBezTo>
                    <a:pt x="0" y="0"/>
                    <a:pt x="0" y="659"/>
                    <a:pt x="415" y="610"/>
                  </a:cubicBezTo>
                  <a:lnTo>
                    <a:pt x="3390" y="610"/>
                  </a:lnTo>
                  <a:cubicBezTo>
                    <a:pt x="3464" y="610"/>
                    <a:pt x="3537" y="585"/>
                    <a:pt x="3610" y="537"/>
                  </a:cubicBezTo>
                  <a:lnTo>
                    <a:pt x="3610" y="537"/>
                  </a:lnTo>
                  <a:cubicBezTo>
                    <a:pt x="3659" y="463"/>
                    <a:pt x="3683" y="390"/>
                    <a:pt x="3683" y="3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18;p53">
              <a:extLst>
                <a:ext uri="{FF2B5EF4-FFF2-40B4-BE49-F238E27FC236}">
                  <a16:creationId xmlns:a16="http://schemas.microsoft.com/office/drawing/2014/main" id="{B688D1D6-87E8-7323-98B0-0B4C1C6C1B0D}"/>
                </a:ext>
              </a:extLst>
            </p:cNvPr>
            <p:cNvSpPr/>
            <p:nvPr/>
          </p:nvSpPr>
          <p:spPr>
            <a:xfrm>
              <a:off x="4877313" y="3071950"/>
              <a:ext cx="1828795" cy="238935"/>
            </a:xfrm>
            <a:custGeom>
              <a:avLst/>
              <a:gdLst/>
              <a:ahLst/>
              <a:cxnLst/>
              <a:rect l="l" t="t" r="r" b="b"/>
              <a:pathLst>
                <a:path w="35293" h="4562" extrusionOk="0">
                  <a:moveTo>
                    <a:pt x="10342" y="1684"/>
                  </a:moveTo>
                  <a:lnTo>
                    <a:pt x="13317" y="1684"/>
                  </a:lnTo>
                  <a:cubicBezTo>
                    <a:pt x="13464" y="1684"/>
                    <a:pt x="13610" y="1757"/>
                    <a:pt x="13732" y="1854"/>
                  </a:cubicBezTo>
                  <a:lnTo>
                    <a:pt x="13732" y="1854"/>
                  </a:lnTo>
                  <a:cubicBezTo>
                    <a:pt x="13952" y="2074"/>
                    <a:pt x="13952" y="2440"/>
                    <a:pt x="13732" y="2684"/>
                  </a:cubicBezTo>
                  <a:lnTo>
                    <a:pt x="13732" y="2684"/>
                  </a:lnTo>
                  <a:cubicBezTo>
                    <a:pt x="13610" y="2781"/>
                    <a:pt x="13464" y="2854"/>
                    <a:pt x="13317" y="2854"/>
                  </a:cubicBezTo>
                  <a:lnTo>
                    <a:pt x="10342" y="2854"/>
                  </a:lnTo>
                  <a:cubicBezTo>
                    <a:pt x="10171" y="2854"/>
                    <a:pt x="10025" y="2781"/>
                    <a:pt x="9927" y="2684"/>
                  </a:cubicBezTo>
                  <a:lnTo>
                    <a:pt x="9927" y="2684"/>
                  </a:lnTo>
                  <a:cubicBezTo>
                    <a:pt x="9805" y="2562"/>
                    <a:pt x="9757" y="2415"/>
                    <a:pt x="9757" y="2269"/>
                  </a:cubicBezTo>
                  <a:cubicBezTo>
                    <a:pt x="9757" y="2098"/>
                    <a:pt x="9805" y="1952"/>
                    <a:pt x="9927" y="1854"/>
                  </a:cubicBezTo>
                  <a:lnTo>
                    <a:pt x="9927" y="1854"/>
                  </a:lnTo>
                  <a:cubicBezTo>
                    <a:pt x="10025" y="1733"/>
                    <a:pt x="10171" y="1684"/>
                    <a:pt x="10342" y="1684"/>
                  </a:cubicBezTo>
                  <a:close/>
                  <a:moveTo>
                    <a:pt x="1196" y="2025"/>
                  </a:moveTo>
                  <a:lnTo>
                    <a:pt x="708" y="2025"/>
                  </a:lnTo>
                  <a:cubicBezTo>
                    <a:pt x="635" y="2025"/>
                    <a:pt x="586" y="2050"/>
                    <a:pt x="537" y="2098"/>
                  </a:cubicBezTo>
                  <a:cubicBezTo>
                    <a:pt x="391" y="2245"/>
                    <a:pt x="488" y="2513"/>
                    <a:pt x="708" y="2513"/>
                  </a:cubicBezTo>
                  <a:lnTo>
                    <a:pt x="1171" y="2513"/>
                  </a:lnTo>
                  <a:lnTo>
                    <a:pt x="1171" y="2050"/>
                  </a:lnTo>
                  <a:close/>
                  <a:moveTo>
                    <a:pt x="1220" y="2928"/>
                  </a:moveTo>
                  <a:cubicBezTo>
                    <a:pt x="1220" y="2952"/>
                    <a:pt x="1244" y="2976"/>
                    <a:pt x="1269" y="3001"/>
                  </a:cubicBezTo>
                  <a:cubicBezTo>
                    <a:pt x="3610" y="4562"/>
                    <a:pt x="4074" y="4562"/>
                    <a:pt x="6610" y="4562"/>
                  </a:cubicBezTo>
                  <a:lnTo>
                    <a:pt x="33219" y="4562"/>
                  </a:lnTo>
                  <a:cubicBezTo>
                    <a:pt x="34390" y="4464"/>
                    <a:pt x="35293" y="3464"/>
                    <a:pt x="35293" y="2269"/>
                  </a:cubicBezTo>
                  <a:cubicBezTo>
                    <a:pt x="35293" y="1098"/>
                    <a:pt x="34390" y="98"/>
                    <a:pt x="33219" y="1"/>
                  </a:cubicBezTo>
                  <a:lnTo>
                    <a:pt x="6610" y="1"/>
                  </a:lnTo>
                  <a:cubicBezTo>
                    <a:pt x="4049" y="1"/>
                    <a:pt x="3610" y="1"/>
                    <a:pt x="1269" y="1562"/>
                  </a:cubicBezTo>
                  <a:cubicBezTo>
                    <a:pt x="1244" y="1586"/>
                    <a:pt x="1220" y="1611"/>
                    <a:pt x="1196" y="1635"/>
                  </a:cubicBezTo>
                  <a:lnTo>
                    <a:pt x="708" y="1635"/>
                  </a:lnTo>
                  <a:cubicBezTo>
                    <a:pt x="537" y="1635"/>
                    <a:pt x="366" y="1708"/>
                    <a:pt x="245" y="1830"/>
                  </a:cubicBezTo>
                  <a:cubicBezTo>
                    <a:pt x="1" y="2074"/>
                    <a:pt x="1" y="2489"/>
                    <a:pt x="245" y="2757"/>
                  </a:cubicBezTo>
                  <a:lnTo>
                    <a:pt x="245" y="2757"/>
                  </a:lnTo>
                  <a:cubicBezTo>
                    <a:pt x="366" y="2854"/>
                    <a:pt x="537" y="2928"/>
                    <a:pt x="708" y="2928"/>
                  </a:cubicBezTo>
                  <a:close/>
                  <a:moveTo>
                    <a:pt x="1586" y="2269"/>
                  </a:moveTo>
                  <a:lnTo>
                    <a:pt x="1586" y="1830"/>
                  </a:lnTo>
                  <a:lnTo>
                    <a:pt x="1586" y="1830"/>
                  </a:lnTo>
                  <a:cubicBezTo>
                    <a:pt x="3757" y="391"/>
                    <a:pt x="4196" y="391"/>
                    <a:pt x="6586" y="391"/>
                  </a:cubicBezTo>
                  <a:lnTo>
                    <a:pt x="6586" y="4171"/>
                  </a:lnTo>
                  <a:cubicBezTo>
                    <a:pt x="4196" y="4171"/>
                    <a:pt x="3757" y="4171"/>
                    <a:pt x="1586" y="2732"/>
                  </a:cubicBezTo>
                  <a:lnTo>
                    <a:pt x="1586" y="2732"/>
                  </a:lnTo>
                  <a:lnTo>
                    <a:pt x="1586" y="2293"/>
                  </a:lnTo>
                  <a:close/>
                  <a:moveTo>
                    <a:pt x="18195" y="367"/>
                  </a:moveTo>
                  <a:lnTo>
                    <a:pt x="33219" y="367"/>
                  </a:lnTo>
                  <a:cubicBezTo>
                    <a:pt x="34219" y="415"/>
                    <a:pt x="35024" y="1245"/>
                    <a:pt x="35024" y="2269"/>
                  </a:cubicBezTo>
                  <a:cubicBezTo>
                    <a:pt x="35024" y="3293"/>
                    <a:pt x="34219" y="4123"/>
                    <a:pt x="33219" y="4171"/>
                  </a:cubicBezTo>
                  <a:lnTo>
                    <a:pt x="18171" y="4171"/>
                  </a:lnTo>
                  <a:lnTo>
                    <a:pt x="18171" y="367"/>
                  </a:lnTo>
                  <a:close/>
                  <a:moveTo>
                    <a:pt x="17878" y="4171"/>
                  </a:moveTo>
                  <a:lnTo>
                    <a:pt x="17878" y="367"/>
                  </a:lnTo>
                  <a:lnTo>
                    <a:pt x="6879" y="367"/>
                  </a:lnTo>
                  <a:lnTo>
                    <a:pt x="6879" y="4171"/>
                  </a:lnTo>
                  <a:close/>
                  <a:moveTo>
                    <a:pt x="13317" y="1976"/>
                  </a:moveTo>
                  <a:lnTo>
                    <a:pt x="10342" y="1976"/>
                  </a:lnTo>
                  <a:cubicBezTo>
                    <a:pt x="9903" y="1952"/>
                    <a:pt x="9903" y="2611"/>
                    <a:pt x="10342" y="2562"/>
                  </a:cubicBezTo>
                  <a:lnTo>
                    <a:pt x="13317" y="2562"/>
                  </a:lnTo>
                  <a:cubicBezTo>
                    <a:pt x="13391" y="2562"/>
                    <a:pt x="13464" y="2537"/>
                    <a:pt x="13513" y="2464"/>
                  </a:cubicBezTo>
                  <a:lnTo>
                    <a:pt x="13513" y="2464"/>
                  </a:lnTo>
                  <a:cubicBezTo>
                    <a:pt x="13610" y="2367"/>
                    <a:pt x="13610" y="2196"/>
                    <a:pt x="13513" y="2074"/>
                  </a:cubicBezTo>
                  <a:lnTo>
                    <a:pt x="13513" y="2074"/>
                  </a:lnTo>
                  <a:cubicBezTo>
                    <a:pt x="13464" y="2025"/>
                    <a:pt x="13391" y="2001"/>
                    <a:pt x="13317" y="197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319;p53">
              <a:extLst>
                <a:ext uri="{FF2B5EF4-FFF2-40B4-BE49-F238E27FC236}">
                  <a16:creationId xmlns:a16="http://schemas.microsoft.com/office/drawing/2014/main" id="{7AF31E74-6348-4C2B-4E49-1C5A7B156578}"/>
                </a:ext>
              </a:extLst>
            </p:cNvPr>
            <p:cNvSpPr/>
            <p:nvPr/>
          </p:nvSpPr>
          <p:spPr>
            <a:xfrm>
              <a:off x="5860394" y="3110288"/>
              <a:ext cx="477809" cy="20479"/>
            </a:xfrm>
            <a:custGeom>
              <a:avLst/>
              <a:gdLst/>
              <a:ahLst/>
              <a:cxnLst/>
              <a:rect l="l" t="t" r="r" b="b"/>
              <a:pathLst>
                <a:path w="9221" h="391" extrusionOk="0">
                  <a:moveTo>
                    <a:pt x="196" y="391"/>
                  </a:moveTo>
                  <a:cubicBezTo>
                    <a:pt x="98" y="391"/>
                    <a:pt x="1" y="318"/>
                    <a:pt x="1" y="196"/>
                  </a:cubicBezTo>
                  <a:cubicBezTo>
                    <a:pt x="1" y="74"/>
                    <a:pt x="98" y="1"/>
                    <a:pt x="196" y="1"/>
                  </a:cubicBezTo>
                  <a:lnTo>
                    <a:pt x="7976" y="1"/>
                  </a:lnTo>
                  <a:cubicBezTo>
                    <a:pt x="8074" y="1"/>
                    <a:pt x="8171" y="74"/>
                    <a:pt x="8171" y="196"/>
                  </a:cubicBezTo>
                  <a:cubicBezTo>
                    <a:pt x="8171" y="293"/>
                    <a:pt x="8074" y="391"/>
                    <a:pt x="7976" y="391"/>
                  </a:cubicBezTo>
                  <a:close/>
                  <a:moveTo>
                    <a:pt x="8684" y="391"/>
                  </a:moveTo>
                  <a:cubicBezTo>
                    <a:pt x="8562" y="391"/>
                    <a:pt x="8464" y="293"/>
                    <a:pt x="8464" y="196"/>
                  </a:cubicBezTo>
                  <a:cubicBezTo>
                    <a:pt x="8464" y="74"/>
                    <a:pt x="8562" y="1"/>
                    <a:pt x="8684" y="1"/>
                  </a:cubicBezTo>
                  <a:lnTo>
                    <a:pt x="9025" y="1"/>
                  </a:lnTo>
                  <a:cubicBezTo>
                    <a:pt x="9123" y="1"/>
                    <a:pt x="9220" y="74"/>
                    <a:pt x="9220" y="196"/>
                  </a:cubicBezTo>
                  <a:cubicBezTo>
                    <a:pt x="9220" y="293"/>
                    <a:pt x="9123" y="391"/>
                    <a:pt x="9025" y="39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20;p53">
              <a:extLst>
                <a:ext uri="{FF2B5EF4-FFF2-40B4-BE49-F238E27FC236}">
                  <a16:creationId xmlns:a16="http://schemas.microsoft.com/office/drawing/2014/main" id="{62B7082F-C2F7-547B-E666-A0A349DD662F}"/>
                </a:ext>
              </a:extLst>
            </p:cNvPr>
            <p:cNvSpPr/>
            <p:nvPr/>
          </p:nvSpPr>
          <p:spPr>
            <a:xfrm>
              <a:off x="4959430" y="3172874"/>
              <a:ext cx="259139" cy="117582"/>
            </a:xfrm>
            <a:custGeom>
              <a:avLst/>
              <a:gdLst/>
              <a:ahLst/>
              <a:cxnLst/>
              <a:rect l="l" t="t" r="r" b="b"/>
              <a:pathLst>
                <a:path w="5001" h="2245" extrusionOk="0">
                  <a:moveTo>
                    <a:pt x="5001" y="2244"/>
                  </a:moveTo>
                  <a:lnTo>
                    <a:pt x="5001" y="1440"/>
                  </a:lnTo>
                  <a:cubicBezTo>
                    <a:pt x="2611" y="1440"/>
                    <a:pt x="2147" y="1440"/>
                    <a:pt x="1" y="1"/>
                  </a:cubicBezTo>
                  <a:lnTo>
                    <a:pt x="1" y="805"/>
                  </a:lnTo>
                  <a:lnTo>
                    <a:pt x="1" y="805"/>
                  </a:lnTo>
                  <a:cubicBezTo>
                    <a:pt x="2147" y="2244"/>
                    <a:pt x="2611" y="2244"/>
                    <a:pt x="5001" y="2244"/>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21;p53">
              <a:extLst>
                <a:ext uri="{FF2B5EF4-FFF2-40B4-BE49-F238E27FC236}">
                  <a16:creationId xmlns:a16="http://schemas.microsoft.com/office/drawing/2014/main" id="{7ACE13C8-03ED-184C-1E63-1AB12C4809E0}"/>
                </a:ext>
              </a:extLst>
            </p:cNvPr>
            <p:cNvSpPr/>
            <p:nvPr/>
          </p:nvSpPr>
          <p:spPr>
            <a:xfrm>
              <a:off x="5233657" y="3248239"/>
              <a:ext cx="570044" cy="42214"/>
            </a:xfrm>
            <a:custGeom>
              <a:avLst/>
              <a:gdLst/>
              <a:ahLst/>
              <a:cxnLst/>
              <a:rect l="l" t="t" r="r" b="b"/>
              <a:pathLst>
                <a:path w="11001" h="806" extrusionOk="0">
                  <a:moveTo>
                    <a:pt x="1" y="1"/>
                  </a:moveTo>
                  <a:lnTo>
                    <a:pt x="1" y="805"/>
                  </a:lnTo>
                  <a:lnTo>
                    <a:pt x="11000" y="805"/>
                  </a:lnTo>
                  <a:lnTo>
                    <a:pt x="11000"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322;p53">
              <a:extLst>
                <a:ext uri="{FF2B5EF4-FFF2-40B4-BE49-F238E27FC236}">
                  <a16:creationId xmlns:a16="http://schemas.microsoft.com/office/drawing/2014/main" id="{2E28CA67-E006-F08F-0880-0AEE4C0505F7}"/>
                </a:ext>
              </a:extLst>
            </p:cNvPr>
            <p:cNvSpPr/>
            <p:nvPr/>
          </p:nvSpPr>
          <p:spPr>
            <a:xfrm>
              <a:off x="5818688" y="3170308"/>
              <a:ext cx="877167" cy="120148"/>
            </a:xfrm>
            <a:custGeom>
              <a:avLst/>
              <a:gdLst/>
              <a:ahLst/>
              <a:cxnLst/>
              <a:rect l="l" t="t" r="r" b="b"/>
              <a:pathLst>
                <a:path w="16928" h="2294" extrusionOk="0">
                  <a:moveTo>
                    <a:pt x="1" y="1489"/>
                  </a:moveTo>
                  <a:lnTo>
                    <a:pt x="1" y="2293"/>
                  </a:lnTo>
                  <a:lnTo>
                    <a:pt x="15025" y="2293"/>
                  </a:lnTo>
                  <a:cubicBezTo>
                    <a:pt x="16074" y="2293"/>
                    <a:pt x="16927" y="1440"/>
                    <a:pt x="16927" y="415"/>
                  </a:cubicBezTo>
                  <a:cubicBezTo>
                    <a:pt x="16927" y="269"/>
                    <a:pt x="16903" y="123"/>
                    <a:pt x="16879" y="1"/>
                  </a:cubicBezTo>
                  <a:cubicBezTo>
                    <a:pt x="16684" y="879"/>
                    <a:pt x="15927" y="1489"/>
                    <a:pt x="15025" y="1489"/>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1323;p53">
            <a:extLst>
              <a:ext uri="{FF2B5EF4-FFF2-40B4-BE49-F238E27FC236}">
                <a16:creationId xmlns:a16="http://schemas.microsoft.com/office/drawing/2014/main" id="{B223F3BD-C2F7-CB67-FDD0-8392C514B96A}"/>
              </a:ext>
            </a:extLst>
          </p:cNvPr>
          <p:cNvGrpSpPr/>
          <p:nvPr/>
        </p:nvGrpSpPr>
        <p:grpSpPr>
          <a:xfrm>
            <a:off x="-467360" y="-4210584"/>
            <a:ext cx="1682152" cy="1253177"/>
            <a:chOff x="4830699" y="1600325"/>
            <a:chExt cx="1682152" cy="1253177"/>
          </a:xfrm>
        </p:grpSpPr>
        <p:sp>
          <p:nvSpPr>
            <p:cNvPr id="43" name="Google Shape;1324;p53">
              <a:extLst>
                <a:ext uri="{FF2B5EF4-FFF2-40B4-BE49-F238E27FC236}">
                  <a16:creationId xmlns:a16="http://schemas.microsoft.com/office/drawing/2014/main" id="{3265C0A6-2721-0BC1-AC76-28E97FAAAC3E}"/>
                </a:ext>
              </a:extLst>
            </p:cNvPr>
            <p:cNvSpPr/>
            <p:nvPr/>
          </p:nvSpPr>
          <p:spPr>
            <a:xfrm>
              <a:off x="4830699" y="1600325"/>
              <a:ext cx="1682152" cy="1253177"/>
            </a:xfrm>
            <a:custGeom>
              <a:avLst/>
              <a:gdLst/>
              <a:ahLst/>
              <a:cxnLst/>
              <a:rect l="l" t="t" r="r" b="b"/>
              <a:pathLst>
                <a:path w="32463" h="23927" extrusionOk="0">
                  <a:moveTo>
                    <a:pt x="2610" y="0"/>
                  </a:moveTo>
                  <a:lnTo>
                    <a:pt x="29853" y="0"/>
                  </a:lnTo>
                  <a:cubicBezTo>
                    <a:pt x="31292" y="25"/>
                    <a:pt x="32438" y="1171"/>
                    <a:pt x="32463" y="2610"/>
                  </a:cubicBezTo>
                  <a:lnTo>
                    <a:pt x="32463" y="21341"/>
                  </a:lnTo>
                  <a:cubicBezTo>
                    <a:pt x="32463" y="21512"/>
                    <a:pt x="32438" y="21683"/>
                    <a:pt x="32390" y="21853"/>
                  </a:cubicBezTo>
                  <a:lnTo>
                    <a:pt x="32390" y="21853"/>
                  </a:lnTo>
                  <a:cubicBezTo>
                    <a:pt x="32146" y="23073"/>
                    <a:pt x="31073" y="23927"/>
                    <a:pt x="29853" y="23927"/>
                  </a:cubicBezTo>
                  <a:lnTo>
                    <a:pt x="2610" y="23927"/>
                  </a:lnTo>
                  <a:cubicBezTo>
                    <a:pt x="1366" y="23927"/>
                    <a:pt x="317" y="23073"/>
                    <a:pt x="49" y="21853"/>
                  </a:cubicBezTo>
                  <a:lnTo>
                    <a:pt x="49" y="21853"/>
                  </a:lnTo>
                  <a:cubicBezTo>
                    <a:pt x="24" y="21683"/>
                    <a:pt x="0" y="21512"/>
                    <a:pt x="0" y="21341"/>
                  </a:cubicBezTo>
                  <a:lnTo>
                    <a:pt x="0" y="2610"/>
                  </a:lnTo>
                  <a:cubicBezTo>
                    <a:pt x="0" y="1171"/>
                    <a:pt x="1171" y="25"/>
                    <a:pt x="26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325;p53">
              <a:extLst>
                <a:ext uri="{FF2B5EF4-FFF2-40B4-BE49-F238E27FC236}">
                  <a16:creationId xmlns:a16="http://schemas.microsoft.com/office/drawing/2014/main" id="{0A5C5C01-5258-8A58-DF0E-2ADB09E47EC5}"/>
                </a:ext>
              </a:extLst>
            </p:cNvPr>
            <p:cNvSpPr/>
            <p:nvPr/>
          </p:nvSpPr>
          <p:spPr>
            <a:xfrm>
              <a:off x="4850904" y="1622008"/>
              <a:ext cx="1640490" cy="1111398"/>
            </a:xfrm>
            <a:custGeom>
              <a:avLst/>
              <a:gdLst/>
              <a:ahLst/>
              <a:cxnLst/>
              <a:rect l="l" t="t" r="r" b="b"/>
              <a:pathLst>
                <a:path w="31659" h="21220" extrusionOk="0">
                  <a:moveTo>
                    <a:pt x="24097" y="1318"/>
                  </a:moveTo>
                  <a:lnTo>
                    <a:pt x="29463" y="1318"/>
                  </a:lnTo>
                  <a:cubicBezTo>
                    <a:pt x="30219" y="1318"/>
                    <a:pt x="30853" y="1952"/>
                    <a:pt x="30853" y="2708"/>
                  </a:cubicBezTo>
                  <a:lnTo>
                    <a:pt x="30853" y="18805"/>
                  </a:lnTo>
                  <a:cubicBezTo>
                    <a:pt x="30853" y="19561"/>
                    <a:pt x="30219" y="20196"/>
                    <a:pt x="29463" y="20196"/>
                  </a:cubicBezTo>
                  <a:lnTo>
                    <a:pt x="2220" y="20196"/>
                  </a:lnTo>
                  <a:cubicBezTo>
                    <a:pt x="1439" y="20196"/>
                    <a:pt x="829" y="19561"/>
                    <a:pt x="829" y="18805"/>
                  </a:cubicBezTo>
                  <a:lnTo>
                    <a:pt x="829" y="2708"/>
                  </a:lnTo>
                  <a:cubicBezTo>
                    <a:pt x="829" y="1952"/>
                    <a:pt x="1439" y="1318"/>
                    <a:pt x="2220" y="1318"/>
                  </a:cubicBezTo>
                  <a:lnTo>
                    <a:pt x="24073" y="1318"/>
                  </a:lnTo>
                  <a:close/>
                  <a:moveTo>
                    <a:pt x="25" y="21220"/>
                  </a:moveTo>
                  <a:lnTo>
                    <a:pt x="31658" y="21220"/>
                  </a:lnTo>
                  <a:cubicBezTo>
                    <a:pt x="31658" y="21122"/>
                    <a:pt x="31658" y="21000"/>
                    <a:pt x="31658" y="20903"/>
                  </a:cubicBezTo>
                  <a:lnTo>
                    <a:pt x="31658" y="2196"/>
                  </a:lnTo>
                  <a:cubicBezTo>
                    <a:pt x="31658" y="976"/>
                    <a:pt x="30683" y="1"/>
                    <a:pt x="29463" y="1"/>
                  </a:cubicBezTo>
                  <a:lnTo>
                    <a:pt x="2220" y="1"/>
                  </a:lnTo>
                  <a:cubicBezTo>
                    <a:pt x="1000" y="1"/>
                    <a:pt x="0" y="976"/>
                    <a:pt x="0" y="2196"/>
                  </a:cubicBezTo>
                  <a:lnTo>
                    <a:pt x="0" y="20927"/>
                  </a:lnTo>
                  <a:cubicBezTo>
                    <a:pt x="0" y="21025"/>
                    <a:pt x="25" y="21122"/>
                    <a:pt x="25" y="2122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326;p53">
              <a:extLst>
                <a:ext uri="{FF2B5EF4-FFF2-40B4-BE49-F238E27FC236}">
                  <a16:creationId xmlns:a16="http://schemas.microsoft.com/office/drawing/2014/main" id="{DF3E8079-3177-F695-3244-B551D9097F2A}"/>
                </a:ext>
              </a:extLst>
            </p:cNvPr>
            <p:cNvSpPr/>
            <p:nvPr/>
          </p:nvSpPr>
          <p:spPr>
            <a:xfrm>
              <a:off x="5251442" y="1706329"/>
              <a:ext cx="840480" cy="254281"/>
            </a:xfrm>
            <a:custGeom>
              <a:avLst/>
              <a:gdLst/>
              <a:ahLst/>
              <a:cxnLst/>
              <a:rect l="l" t="t" r="r" b="b"/>
              <a:pathLst>
                <a:path w="16220" h="4855" extrusionOk="0">
                  <a:moveTo>
                    <a:pt x="16220" y="2440"/>
                  </a:moveTo>
                  <a:lnTo>
                    <a:pt x="16220" y="1"/>
                  </a:lnTo>
                  <a:lnTo>
                    <a:pt x="1" y="1"/>
                  </a:lnTo>
                  <a:lnTo>
                    <a:pt x="1" y="2440"/>
                  </a:lnTo>
                  <a:lnTo>
                    <a:pt x="1" y="4854"/>
                  </a:lnTo>
                  <a:lnTo>
                    <a:pt x="16220" y="48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327;p53">
              <a:extLst>
                <a:ext uri="{FF2B5EF4-FFF2-40B4-BE49-F238E27FC236}">
                  <a16:creationId xmlns:a16="http://schemas.microsoft.com/office/drawing/2014/main" id="{C28473B3-73BD-25AE-73BC-02DC2D30467D}"/>
                </a:ext>
              </a:extLst>
            </p:cNvPr>
            <p:cNvSpPr/>
            <p:nvPr/>
          </p:nvSpPr>
          <p:spPr>
            <a:xfrm>
              <a:off x="4909035" y="1706329"/>
              <a:ext cx="327383" cy="118839"/>
            </a:xfrm>
            <a:custGeom>
              <a:avLst/>
              <a:gdLst/>
              <a:ahLst/>
              <a:cxnLst/>
              <a:rect l="l" t="t" r="r" b="b"/>
              <a:pathLst>
                <a:path w="6318" h="2269" extrusionOk="0">
                  <a:moveTo>
                    <a:pt x="6317" y="2269"/>
                  </a:moveTo>
                  <a:lnTo>
                    <a:pt x="6317" y="1"/>
                  </a:lnTo>
                  <a:lnTo>
                    <a:pt x="1098" y="1"/>
                  </a:lnTo>
                  <a:cubicBezTo>
                    <a:pt x="805" y="1"/>
                    <a:pt x="512" y="123"/>
                    <a:pt x="317" y="342"/>
                  </a:cubicBezTo>
                  <a:cubicBezTo>
                    <a:pt x="122" y="537"/>
                    <a:pt x="0" y="805"/>
                    <a:pt x="25" y="1098"/>
                  </a:cubicBezTo>
                  <a:lnTo>
                    <a:pt x="25" y="2269"/>
                  </a:lnTo>
                  <a:lnTo>
                    <a:pt x="1195" y="2269"/>
                  </a:lnTo>
                  <a:cubicBezTo>
                    <a:pt x="1220" y="2196"/>
                    <a:pt x="1268" y="2098"/>
                    <a:pt x="1342" y="2049"/>
                  </a:cubicBezTo>
                  <a:cubicBezTo>
                    <a:pt x="1439" y="1927"/>
                    <a:pt x="1585" y="1879"/>
                    <a:pt x="1732" y="1879"/>
                  </a:cubicBezTo>
                  <a:lnTo>
                    <a:pt x="4463" y="1879"/>
                  </a:lnTo>
                  <a:cubicBezTo>
                    <a:pt x="4610" y="1879"/>
                    <a:pt x="4756" y="1927"/>
                    <a:pt x="4854" y="2049"/>
                  </a:cubicBezTo>
                  <a:cubicBezTo>
                    <a:pt x="4927" y="2098"/>
                    <a:pt x="4976" y="2196"/>
                    <a:pt x="5000" y="226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328;p53">
              <a:extLst>
                <a:ext uri="{FF2B5EF4-FFF2-40B4-BE49-F238E27FC236}">
                  <a16:creationId xmlns:a16="http://schemas.microsoft.com/office/drawing/2014/main" id="{0BC9121A-8931-75A1-222B-D6EC1D81C8C6}"/>
                </a:ext>
              </a:extLst>
            </p:cNvPr>
            <p:cNvSpPr/>
            <p:nvPr/>
          </p:nvSpPr>
          <p:spPr>
            <a:xfrm>
              <a:off x="4910278" y="1841714"/>
              <a:ext cx="326139" cy="118891"/>
            </a:xfrm>
            <a:custGeom>
              <a:avLst/>
              <a:gdLst/>
              <a:ahLst/>
              <a:cxnLst/>
              <a:rect l="l" t="t" r="r" b="b"/>
              <a:pathLst>
                <a:path w="6294" h="2270" extrusionOk="0">
                  <a:moveTo>
                    <a:pt x="6293" y="1"/>
                  </a:moveTo>
                  <a:lnTo>
                    <a:pt x="4976" y="1"/>
                  </a:lnTo>
                  <a:cubicBezTo>
                    <a:pt x="4952" y="74"/>
                    <a:pt x="4903" y="172"/>
                    <a:pt x="4830" y="220"/>
                  </a:cubicBezTo>
                  <a:cubicBezTo>
                    <a:pt x="4732" y="342"/>
                    <a:pt x="4586" y="391"/>
                    <a:pt x="4439" y="391"/>
                  </a:cubicBezTo>
                  <a:lnTo>
                    <a:pt x="1708" y="391"/>
                  </a:lnTo>
                  <a:cubicBezTo>
                    <a:pt x="1561" y="391"/>
                    <a:pt x="1415" y="342"/>
                    <a:pt x="1318" y="220"/>
                  </a:cubicBezTo>
                  <a:cubicBezTo>
                    <a:pt x="1244" y="172"/>
                    <a:pt x="1196" y="74"/>
                    <a:pt x="1171" y="1"/>
                  </a:cubicBezTo>
                  <a:lnTo>
                    <a:pt x="1" y="1"/>
                  </a:lnTo>
                  <a:lnTo>
                    <a:pt x="1" y="2269"/>
                  </a:lnTo>
                  <a:lnTo>
                    <a:pt x="6293" y="2269"/>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329;p53">
              <a:extLst>
                <a:ext uri="{FF2B5EF4-FFF2-40B4-BE49-F238E27FC236}">
                  <a16:creationId xmlns:a16="http://schemas.microsoft.com/office/drawing/2014/main" id="{F02748B1-F762-7E4A-7B49-D7BA2E67B14D}"/>
                </a:ext>
              </a:extLst>
            </p:cNvPr>
            <p:cNvSpPr/>
            <p:nvPr/>
          </p:nvSpPr>
          <p:spPr>
            <a:xfrm>
              <a:off x="4984832" y="1820032"/>
              <a:ext cx="168148" cy="26868"/>
            </a:xfrm>
            <a:custGeom>
              <a:avLst/>
              <a:gdLst/>
              <a:ahLst/>
              <a:cxnLst/>
              <a:rect l="l" t="t" r="r" b="b"/>
              <a:pathLst>
                <a:path w="3245" h="513" extrusionOk="0">
                  <a:moveTo>
                    <a:pt x="3171" y="439"/>
                  </a:moveTo>
                  <a:cubicBezTo>
                    <a:pt x="3220" y="390"/>
                    <a:pt x="3244" y="317"/>
                    <a:pt x="3244" y="269"/>
                  </a:cubicBezTo>
                  <a:lnTo>
                    <a:pt x="3244" y="269"/>
                  </a:lnTo>
                  <a:cubicBezTo>
                    <a:pt x="3244" y="195"/>
                    <a:pt x="3220" y="122"/>
                    <a:pt x="3171" y="73"/>
                  </a:cubicBezTo>
                  <a:cubicBezTo>
                    <a:pt x="3122" y="25"/>
                    <a:pt x="3074" y="0"/>
                    <a:pt x="3000" y="0"/>
                  </a:cubicBezTo>
                  <a:lnTo>
                    <a:pt x="269" y="0"/>
                  </a:lnTo>
                  <a:cubicBezTo>
                    <a:pt x="122" y="0"/>
                    <a:pt x="1" y="122"/>
                    <a:pt x="1" y="244"/>
                  </a:cubicBezTo>
                  <a:cubicBezTo>
                    <a:pt x="1" y="317"/>
                    <a:pt x="25" y="390"/>
                    <a:pt x="74" y="439"/>
                  </a:cubicBezTo>
                  <a:cubicBezTo>
                    <a:pt x="122" y="488"/>
                    <a:pt x="196" y="512"/>
                    <a:pt x="269" y="512"/>
                  </a:cubicBezTo>
                  <a:lnTo>
                    <a:pt x="3000" y="512"/>
                  </a:lnTo>
                  <a:cubicBezTo>
                    <a:pt x="3074" y="512"/>
                    <a:pt x="3122" y="488"/>
                    <a:pt x="3171" y="43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330;p53">
              <a:extLst>
                <a:ext uri="{FF2B5EF4-FFF2-40B4-BE49-F238E27FC236}">
                  <a16:creationId xmlns:a16="http://schemas.microsoft.com/office/drawing/2014/main" id="{B130DD83-8981-8DD8-7410-41436661BB24}"/>
                </a:ext>
              </a:extLst>
            </p:cNvPr>
            <p:cNvSpPr/>
            <p:nvPr/>
          </p:nvSpPr>
          <p:spPr>
            <a:xfrm>
              <a:off x="6189036" y="1820032"/>
              <a:ext cx="169443" cy="26868"/>
            </a:xfrm>
            <a:custGeom>
              <a:avLst/>
              <a:gdLst/>
              <a:ahLst/>
              <a:cxnLst/>
              <a:rect l="l" t="t" r="r" b="b"/>
              <a:pathLst>
                <a:path w="3270" h="513" extrusionOk="0">
                  <a:moveTo>
                    <a:pt x="99" y="73"/>
                  </a:moveTo>
                  <a:cubicBezTo>
                    <a:pt x="50" y="122"/>
                    <a:pt x="25" y="195"/>
                    <a:pt x="25" y="269"/>
                  </a:cubicBezTo>
                  <a:lnTo>
                    <a:pt x="25" y="269"/>
                  </a:lnTo>
                  <a:cubicBezTo>
                    <a:pt x="1" y="317"/>
                    <a:pt x="50" y="390"/>
                    <a:pt x="99" y="439"/>
                  </a:cubicBezTo>
                  <a:cubicBezTo>
                    <a:pt x="123" y="488"/>
                    <a:pt x="196" y="512"/>
                    <a:pt x="269" y="512"/>
                  </a:cubicBezTo>
                  <a:lnTo>
                    <a:pt x="3001" y="512"/>
                  </a:lnTo>
                  <a:cubicBezTo>
                    <a:pt x="3074" y="512"/>
                    <a:pt x="3147" y="488"/>
                    <a:pt x="3196" y="439"/>
                  </a:cubicBezTo>
                  <a:cubicBezTo>
                    <a:pt x="3220" y="390"/>
                    <a:pt x="3269" y="317"/>
                    <a:pt x="3269" y="244"/>
                  </a:cubicBezTo>
                  <a:cubicBezTo>
                    <a:pt x="3269" y="122"/>
                    <a:pt x="3147" y="0"/>
                    <a:pt x="3001" y="0"/>
                  </a:cubicBezTo>
                  <a:lnTo>
                    <a:pt x="269" y="0"/>
                  </a:lnTo>
                  <a:cubicBezTo>
                    <a:pt x="196" y="0"/>
                    <a:pt x="123" y="25"/>
                    <a:pt x="99" y="7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331;p53">
              <a:extLst>
                <a:ext uri="{FF2B5EF4-FFF2-40B4-BE49-F238E27FC236}">
                  <a16:creationId xmlns:a16="http://schemas.microsoft.com/office/drawing/2014/main" id="{1674289A-D03D-449A-5B12-42C2B430D4D4}"/>
                </a:ext>
              </a:extLst>
            </p:cNvPr>
            <p:cNvSpPr/>
            <p:nvPr/>
          </p:nvSpPr>
          <p:spPr>
            <a:xfrm>
              <a:off x="6106918" y="1841714"/>
              <a:ext cx="327383" cy="118891"/>
            </a:xfrm>
            <a:custGeom>
              <a:avLst/>
              <a:gdLst/>
              <a:ahLst/>
              <a:cxnLst/>
              <a:rect l="l" t="t" r="r" b="b"/>
              <a:pathLst>
                <a:path w="6318" h="2270" extrusionOk="0">
                  <a:moveTo>
                    <a:pt x="1854" y="391"/>
                  </a:moveTo>
                  <a:cubicBezTo>
                    <a:pt x="1708" y="391"/>
                    <a:pt x="1562" y="342"/>
                    <a:pt x="1464" y="245"/>
                  </a:cubicBezTo>
                  <a:cubicBezTo>
                    <a:pt x="1391" y="172"/>
                    <a:pt x="1342" y="74"/>
                    <a:pt x="1318" y="1"/>
                  </a:cubicBezTo>
                  <a:lnTo>
                    <a:pt x="1" y="1"/>
                  </a:lnTo>
                  <a:lnTo>
                    <a:pt x="1" y="2269"/>
                  </a:lnTo>
                  <a:lnTo>
                    <a:pt x="6318" y="2269"/>
                  </a:lnTo>
                  <a:lnTo>
                    <a:pt x="6318" y="1"/>
                  </a:lnTo>
                  <a:lnTo>
                    <a:pt x="5147" y="1"/>
                  </a:lnTo>
                  <a:cubicBezTo>
                    <a:pt x="5122" y="74"/>
                    <a:pt x="5074" y="172"/>
                    <a:pt x="5001" y="245"/>
                  </a:cubicBezTo>
                  <a:cubicBezTo>
                    <a:pt x="4903" y="342"/>
                    <a:pt x="4757" y="391"/>
                    <a:pt x="4610" y="39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32;p53">
              <a:extLst>
                <a:ext uri="{FF2B5EF4-FFF2-40B4-BE49-F238E27FC236}">
                  <a16:creationId xmlns:a16="http://schemas.microsoft.com/office/drawing/2014/main" id="{769E3BA0-E8B0-09EE-8C7C-F13A949E2BA4}"/>
                </a:ext>
              </a:extLst>
            </p:cNvPr>
            <p:cNvSpPr/>
            <p:nvPr/>
          </p:nvSpPr>
          <p:spPr>
            <a:xfrm>
              <a:off x="6106918" y="1706329"/>
              <a:ext cx="327383" cy="118839"/>
            </a:xfrm>
            <a:custGeom>
              <a:avLst/>
              <a:gdLst/>
              <a:ahLst/>
              <a:cxnLst/>
              <a:rect l="l" t="t" r="r" b="b"/>
              <a:pathLst>
                <a:path w="6318" h="2269" extrusionOk="0">
                  <a:moveTo>
                    <a:pt x="1464" y="2049"/>
                  </a:moveTo>
                  <a:cubicBezTo>
                    <a:pt x="1562" y="1927"/>
                    <a:pt x="1708" y="1879"/>
                    <a:pt x="1854" y="1879"/>
                  </a:cubicBezTo>
                  <a:lnTo>
                    <a:pt x="4586" y="1879"/>
                  </a:lnTo>
                  <a:cubicBezTo>
                    <a:pt x="4732" y="1879"/>
                    <a:pt x="4879" y="1927"/>
                    <a:pt x="4976" y="2049"/>
                  </a:cubicBezTo>
                  <a:cubicBezTo>
                    <a:pt x="5049" y="2098"/>
                    <a:pt x="5098" y="2196"/>
                    <a:pt x="5122" y="2269"/>
                  </a:cubicBezTo>
                  <a:lnTo>
                    <a:pt x="6318" y="2269"/>
                  </a:lnTo>
                  <a:lnTo>
                    <a:pt x="6318" y="1098"/>
                  </a:lnTo>
                  <a:cubicBezTo>
                    <a:pt x="6318" y="488"/>
                    <a:pt x="5830" y="25"/>
                    <a:pt x="5244" y="1"/>
                  </a:cubicBezTo>
                  <a:lnTo>
                    <a:pt x="1" y="1"/>
                  </a:lnTo>
                  <a:lnTo>
                    <a:pt x="1" y="2269"/>
                  </a:lnTo>
                  <a:lnTo>
                    <a:pt x="1318" y="2269"/>
                  </a:lnTo>
                  <a:cubicBezTo>
                    <a:pt x="1342" y="2196"/>
                    <a:pt x="1391" y="2098"/>
                    <a:pt x="1464" y="204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333;p53">
              <a:extLst>
                <a:ext uri="{FF2B5EF4-FFF2-40B4-BE49-F238E27FC236}">
                  <a16:creationId xmlns:a16="http://schemas.microsoft.com/office/drawing/2014/main" id="{EA2178A1-E611-32CE-31D7-987FA17A4310}"/>
                </a:ext>
              </a:extLst>
            </p:cNvPr>
            <p:cNvSpPr/>
            <p:nvPr/>
          </p:nvSpPr>
          <p:spPr>
            <a:xfrm>
              <a:off x="4909035" y="1975843"/>
              <a:ext cx="1525455" cy="688574"/>
            </a:xfrm>
            <a:custGeom>
              <a:avLst/>
              <a:gdLst/>
              <a:ahLst/>
              <a:cxnLst/>
              <a:rect l="l" t="t" r="r" b="b"/>
              <a:pathLst>
                <a:path w="29439" h="13147" extrusionOk="0">
                  <a:moveTo>
                    <a:pt x="29439" y="1"/>
                  </a:moveTo>
                  <a:lnTo>
                    <a:pt x="0" y="1"/>
                  </a:lnTo>
                  <a:lnTo>
                    <a:pt x="0" y="12049"/>
                  </a:lnTo>
                  <a:cubicBezTo>
                    <a:pt x="0" y="12659"/>
                    <a:pt x="488" y="13147"/>
                    <a:pt x="1098" y="13147"/>
                  </a:cubicBezTo>
                  <a:lnTo>
                    <a:pt x="28341" y="13147"/>
                  </a:lnTo>
                  <a:cubicBezTo>
                    <a:pt x="28634" y="13147"/>
                    <a:pt x="28902" y="13025"/>
                    <a:pt x="29121" y="12830"/>
                  </a:cubicBezTo>
                  <a:cubicBezTo>
                    <a:pt x="29317" y="12635"/>
                    <a:pt x="29439" y="12366"/>
                    <a:pt x="29439" y="1207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334;p53">
              <a:extLst>
                <a:ext uri="{FF2B5EF4-FFF2-40B4-BE49-F238E27FC236}">
                  <a16:creationId xmlns:a16="http://schemas.microsoft.com/office/drawing/2014/main" id="{3B0403BD-A327-011E-F2CD-5415B9221160}"/>
                </a:ext>
              </a:extLst>
            </p:cNvPr>
            <p:cNvSpPr/>
            <p:nvPr/>
          </p:nvSpPr>
          <p:spPr>
            <a:xfrm>
              <a:off x="4857225" y="2753798"/>
              <a:ext cx="1629090" cy="80500"/>
            </a:xfrm>
            <a:custGeom>
              <a:avLst/>
              <a:gdLst/>
              <a:ahLst/>
              <a:cxnLst/>
              <a:rect l="l" t="t" r="r" b="b"/>
              <a:pathLst>
                <a:path w="31439" h="1537" extrusionOk="0">
                  <a:moveTo>
                    <a:pt x="31439" y="0"/>
                  </a:moveTo>
                  <a:lnTo>
                    <a:pt x="0" y="0"/>
                  </a:lnTo>
                  <a:cubicBezTo>
                    <a:pt x="293" y="903"/>
                    <a:pt x="1147" y="1537"/>
                    <a:pt x="2098" y="1537"/>
                  </a:cubicBezTo>
                  <a:lnTo>
                    <a:pt x="29341" y="1537"/>
                  </a:lnTo>
                  <a:cubicBezTo>
                    <a:pt x="29926" y="1537"/>
                    <a:pt x="30487" y="1293"/>
                    <a:pt x="30902" y="878"/>
                  </a:cubicBezTo>
                  <a:cubicBezTo>
                    <a:pt x="31146" y="634"/>
                    <a:pt x="31317" y="342"/>
                    <a:pt x="31439" y="25"/>
                  </a:cubicBezTo>
                  <a:close/>
                  <a:moveTo>
                    <a:pt x="23975" y="756"/>
                  </a:moveTo>
                  <a:cubicBezTo>
                    <a:pt x="23951" y="464"/>
                    <a:pt x="24317" y="293"/>
                    <a:pt x="24512" y="512"/>
                  </a:cubicBezTo>
                  <a:cubicBezTo>
                    <a:pt x="24731" y="707"/>
                    <a:pt x="24585" y="1049"/>
                    <a:pt x="24292" y="1049"/>
                  </a:cubicBezTo>
                  <a:cubicBezTo>
                    <a:pt x="24122" y="1073"/>
                    <a:pt x="23975" y="927"/>
                    <a:pt x="23975" y="756"/>
                  </a:cubicBezTo>
                  <a:close/>
                  <a:moveTo>
                    <a:pt x="25244" y="756"/>
                  </a:moveTo>
                  <a:cubicBezTo>
                    <a:pt x="25244" y="488"/>
                    <a:pt x="25561" y="342"/>
                    <a:pt x="25756" y="537"/>
                  </a:cubicBezTo>
                  <a:cubicBezTo>
                    <a:pt x="25951" y="732"/>
                    <a:pt x="25805" y="1049"/>
                    <a:pt x="25536" y="1049"/>
                  </a:cubicBezTo>
                  <a:cubicBezTo>
                    <a:pt x="25365" y="1049"/>
                    <a:pt x="25244" y="927"/>
                    <a:pt x="25244" y="756"/>
                  </a:cubicBezTo>
                  <a:close/>
                  <a:moveTo>
                    <a:pt x="26487" y="756"/>
                  </a:moveTo>
                  <a:cubicBezTo>
                    <a:pt x="26487" y="488"/>
                    <a:pt x="26829" y="342"/>
                    <a:pt x="27000" y="537"/>
                  </a:cubicBezTo>
                  <a:cubicBezTo>
                    <a:pt x="27195" y="732"/>
                    <a:pt x="27073" y="1049"/>
                    <a:pt x="26804" y="1049"/>
                  </a:cubicBezTo>
                  <a:cubicBezTo>
                    <a:pt x="26634" y="1049"/>
                    <a:pt x="26487" y="927"/>
                    <a:pt x="26487" y="756"/>
                  </a:cubicBezTo>
                  <a:close/>
                  <a:moveTo>
                    <a:pt x="27756" y="756"/>
                  </a:moveTo>
                  <a:cubicBezTo>
                    <a:pt x="27756" y="317"/>
                    <a:pt x="28390" y="317"/>
                    <a:pt x="28390" y="756"/>
                  </a:cubicBezTo>
                  <a:cubicBezTo>
                    <a:pt x="28390" y="1171"/>
                    <a:pt x="27756" y="1171"/>
                    <a:pt x="27756" y="75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335;p53">
              <a:extLst>
                <a:ext uri="{FF2B5EF4-FFF2-40B4-BE49-F238E27FC236}">
                  <a16:creationId xmlns:a16="http://schemas.microsoft.com/office/drawing/2014/main" id="{068EDA2D-7840-BC4F-F065-98DB43D9CB9F}"/>
                </a:ext>
              </a:extLst>
            </p:cNvPr>
            <p:cNvSpPr/>
            <p:nvPr/>
          </p:nvSpPr>
          <p:spPr>
            <a:xfrm>
              <a:off x="4830699" y="1600325"/>
              <a:ext cx="1682152" cy="1253177"/>
            </a:xfrm>
            <a:custGeom>
              <a:avLst/>
              <a:gdLst/>
              <a:ahLst/>
              <a:cxnLst/>
              <a:rect l="l" t="t" r="r" b="b"/>
              <a:pathLst>
                <a:path w="32463" h="23927" extrusionOk="0">
                  <a:moveTo>
                    <a:pt x="2610" y="0"/>
                  </a:moveTo>
                  <a:lnTo>
                    <a:pt x="29853" y="0"/>
                  </a:lnTo>
                  <a:cubicBezTo>
                    <a:pt x="31292" y="25"/>
                    <a:pt x="32438" y="1171"/>
                    <a:pt x="32463" y="2610"/>
                  </a:cubicBezTo>
                  <a:lnTo>
                    <a:pt x="32463" y="21341"/>
                  </a:lnTo>
                  <a:cubicBezTo>
                    <a:pt x="32463" y="21512"/>
                    <a:pt x="32438" y="21683"/>
                    <a:pt x="32390" y="21853"/>
                  </a:cubicBezTo>
                  <a:lnTo>
                    <a:pt x="32390" y="21853"/>
                  </a:lnTo>
                  <a:cubicBezTo>
                    <a:pt x="32146" y="23073"/>
                    <a:pt x="31073" y="23927"/>
                    <a:pt x="29853" y="23927"/>
                  </a:cubicBezTo>
                  <a:lnTo>
                    <a:pt x="2610" y="23927"/>
                  </a:lnTo>
                  <a:cubicBezTo>
                    <a:pt x="1366" y="23927"/>
                    <a:pt x="317" y="23073"/>
                    <a:pt x="49" y="21853"/>
                  </a:cubicBezTo>
                  <a:lnTo>
                    <a:pt x="49" y="21853"/>
                  </a:lnTo>
                  <a:cubicBezTo>
                    <a:pt x="24" y="21683"/>
                    <a:pt x="0" y="21512"/>
                    <a:pt x="0" y="21341"/>
                  </a:cubicBezTo>
                  <a:lnTo>
                    <a:pt x="0" y="2610"/>
                  </a:lnTo>
                  <a:cubicBezTo>
                    <a:pt x="0" y="1171"/>
                    <a:pt x="1171" y="25"/>
                    <a:pt x="2610" y="0"/>
                  </a:cubicBezTo>
                  <a:close/>
                  <a:moveTo>
                    <a:pt x="28585" y="22463"/>
                  </a:moveTo>
                  <a:cubicBezTo>
                    <a:pt x="28146" y="22463"/>
                    <a:pt x="28146" y="23097"/>
                    <a:pt x="28585" y="23097"/>
                  </a:cubicBezTo>
                  <a:cubicBezTo>
                    <a:pt x="28999" y="23097"/>
                    <a:pt x="28999" y="22463"/>
                    <a:pt x="28585" y="22463"/>
                  </a:cubicBezTo>
                  <a:close/>
                  <a:moveTo>
                    <a:pt x="27316" y="22463"/>
                  </a:moveTo>
                  <a:cubicBezTo>
                    <a:pt x="27048" y="22463"/>
                    <a:pt x="26902" y="22780"/>
                    <a:pt x="27097" y="22975"/>
                  </a:cubicBezTo>
                  <a:cubicBezTo>
                    <a:pt x="27268" y="23170"/>
                    <a:pt x="27609" y="23048"/>
                    <a:pt x="27609" y="22780"/>
                  </a:cubicBezTo>
                  <a:cubicBezTo>
                    <a:pt x="27634" y="22609"/>
                    <a:pt x="27487" y="22463"/>
                    <a:pt x="27316" y="22463"/>
                  </a:cubicBezTo>
                  <a:close/>
                  <a:moveTo>
                    <a:pt x="26048" y="22463"/>
                  </a:moveTo>
                  <a:cubicBezTo>
                    <a:pt x="25780" y="22463"/>
                    <a:pt x="25658" y="22780"/>
                    <a:pt x="25829" y="22975"/>
                  </a:cubicBezTo>
                  <a:cubicBezTo>
                    <a:pt x="26024" y="23170"/>
                    <a:pt x="26341" y="23048"/>
                    <a:pt x="26365" y="22780"/>
                  </a:cubicBezTo>
                  <a:cubicBezTo>
                    <a:pt x="26365" y="22609"/>
                    <a:pt x="26243" y="22463"/>
                    <a:pt x="26048" y="22463"/>
                  </a:cubicBezTo>
                  <a:close/>
                  <a:moveTo>
                    <a:pt x="24804" y="22463"/>
                  </a:moveTo>
                  <a:cubicBezTo>
                    <a:pt x="24536" y="22463"/>
                    <a:pt x="24390" y="22780"/>
                    <a:pt x="24585" y="22975"/>
                  </a:cubicBezTo>
                  <a:cubicBezTo>
                    <a:pt x="24756" y="23170"/>
                    <a:pt x="25097" y="23048"/>
                    <a:pt x="25097" y="22780"/>
                  </a:cubicBezTo>
                  <a:cubicBezTo>
                    <a:pt x="25121" y="22609"/>
                    <a:pt x="24975" y="22463"/>
                    <a:pt x="24804" y="22463"/>
                  </a:cubicBezTo>
                  <a:close/>
                  <a:moveTo>
                    <a:pt x="415" y="21634"/>
                  </a:moveTo>
                  <a:lnTo>
                    <a:pt x="32024" y="21634"/>
                  </a:lnTo>
                  <a:cubicBezTo>
                    <a:pt x="32048" y="21536"/>
                    <a:pt x="32048" y="21414"/>
                    <a:pt x="32048" y="21317"/>
                  </a:cubicBezTo>
                  <a:lnTo>
                    <a:pt x="32048" y="2610"/>
                  </a:lnTo>
                  <a:cubicBezTo>
                    <a:pt x="32048" y="1390"/>
                    <a:pt x="31048" y="415"/>
                    <a:pt x="29853" y="415"/>
                  </a:cubicBezTo>
                  <a:lnTo>
                    <a:pt x="2610" y="415"/>
                  </a:lnTo>
                  <a:cubicBezTo>
                    <a:pt x="1390" y="415"/>
                    <a:pt x="390" y="1390"/>
                    <a:pt x="390" y="2610"/>
                  </a:cubicBezTo>
                  <a:lnTo>
                    <a:pt x="390" y="21341"/>
                  </a:lnTo>
                  <a:cubicBezTo>
                    <a:pt x="390" y="21439"/>
                    <a:pt x="390" y="21536"/>
                    <a:pt x="415" y="21634"/>
                  </a:cubicBezTo>
                  <a:close/>
                  <a:moveTo>
                    <a:pt x="31926" y="22024"/>
                  </a:moveTo>
                  <a:lnTo>
                    <a:pt x="512" y="22024"/>
                  </a:lnTo>
                  <a:cubicBezTo>
                    <a:pt x="805" y="22927"/>
                    <a:pt x="1659" y="23561"/>
                    <a:pt x="2610" y="23561"/>
                  </a:cubicBezTo>
                  <a:lnTo>
                    <a:pt x="29853" y="23561"/>
                  </a:lnTo>
                  <a:cubicBezTo>
                    <a:pt x="30438" y="23561"/>
                    <a:pt x="30999" y="23317"/>
                    <a:pt x="31414" y="22902"/>
                  </a:cubicBezTo>
                  <a:cubicBezTo>
                    <a:pt x="31658" y="22658"/>
                    <a:pt x="31829" y="22366"/>
                    <a:pt x="31951" y="22049"/>
                  </a:cubicBezTo>
                  <a:close/>
                  <a:moveTo>
                    <a:pt x="24609" y="4293"/>
                  </a:moveTo>
                  <a:lnTo>
                    <a:pt x="25951" y="4293"/>
                  </a:lnTo>
                  <a:cubicBezTo>
                    <a:pt x="25975" y="4220"/>
                    <a:pt x="26024" y="4122"/>
                    <a:pt x="26097" y="4073"/>
                  </a:cubicBezTo>
                  <a:cubicBezTo>
                    <a:pt x="26195" y="3951"/>
                    <a:pt x="26317" y="3903"/>
                    <a:pt x="26463" y="3903"/>
                  </a:cubicBezTo>
                  <a:lnTo>
                    <a:pt x="29219" y="3903"/>
                  </a:lnTo>
                  <a:cubicBezTo>
                    <a:pt x="29365" y="3903"/>
                    <a:pt x="29512" y="3951"/>
                    <a:pt x="29609" y="4073"/>
                  </a:cubicBezTo>
                  <a:cubicBezTo>
                    <a:pt x="29682" y="4122"/>
                    <a:pt x="29731" y="4220"/>
                    <a:pt x="29755" y="4293"/>
                  </a:cubicBezTo>
                  <a:lnTo>
                    <a:pt x="30951" y="4293"/>
                  </a:lnTo>
                  <a:lnTo>
                    <a:pt x="30951" y="3122"/>
                  </a:lnTo>
                  <a:cubicBezTo>
                    <a:pt x="30951" y="2512"/>
                    <a:pt x="30463" y="2049"/>
                    <a:pt x="29877" y="2025"/>
                  </a:cubicBezTo>
                  <a:lnTo>
                    <a:pt x="24634" y="2025"/>
                  </a:lnTo>
                  <a:lnTo>
                    <a:pt x="24634" y="4293"/>
                  </a:lnTo>
                  <a:close/>
                  <a:moveTo>
                    <a:pt x="25951" y="4610"/>
                  </a:moveTo>
                  <a:lnTo>
                    <a:pt x="24609" y="4610"/>
                  </a:lnTo>
                  <a:lnTo>
                    <a:pt x="24609" y="6878"/>
                  </a:lnTo>
                  <a:lnTo>
                    <a:pt x="30951" y="6878"/>
                  </a:lnTo>
                  <a:lnTo>
                    <a:pt x="30951" y="4610"/>
                  </a:lnTo>
                  <a:lnTo>
                    <a:pt x="29780" y="4610"/>
                  </a:lnTo>
                  <a:cubicBezTo>
                    <a:pt x="29755" y="4707"/>
                    <a:pt x="29707" y="4781"/>
                    <a:pt x="29634" y="4854"/>
                  </a:cubicBezTo>
                  <a:cubicBezTo>
                    <a:pt x="29536" y="4951"/>
                    <a:pt x="29390" y="5000"/>
                    <a:pt x="29243" y="5000"/>
                  </a:cubicBezTo>
                  <a:lnTo>
                    <a:pt x="26512" y="5000"/>
                  </a:lnTo>
                  <a:cubicBezTo>
                    <a:pt x="26365" y="5000"/>
                    <a:pt x="26219" y="4951"/>
                    <a:pt x="26121" y="4854"/>
                  </a:cubicBezTo>
                  <a:cubicBezTo>
                    <a:pt x="26048" y="4781"/>
                    <a:pt x="25999" y="4707"/>
                    <a:pt x="25975" y="4610"/>
                  </a:cubicBezTo>
                  <a:close/>
                  <a:moveTo>
                    <a:pt x="24317" y="6878"/>
                  </a:moveTo>
                  <a:lnTo>
                    <a:pt x="24317" y="2025"/>
                  </a:lnTo>
                  <a:lnTo>
                    <a:pt x="8122" y="2025"/>
                  </a:lnTo>
                  <a:lnTo>
                    <a:pt x="8122" y="6878"/>
                  </a:lnTo>
                  <a:close/>
                  <a:moveTo>
                    <a:pt x="29219" y="4220"/>
                  </a:moveTo>
                  <a:lnTo>
                    <a:pt x="26487" y="4220"/>
                  </a:lnTo>
                  <a:cubicBezTo>
                    <a:pt x="26414" y="4220"/>
                    <a:pt x="26341" y="4244"/>
                    <a:pt x="26317" y="4293"/>
                  </a:cubicBezTo>
                  <a:cubicBezTo>
                    <a:pt x="26268" y="4317"/>
                    <a:pt x="26243" y="4390"/>
                    <a:pt x="26243" y="4464"/>
                  </a:cubicBezTo>
                  <a:lnTo>
                    <a:pt x="26243" y="4464"/>
                  </a:lnTo>
                  <a:cubicBezTo>
                    <a:pt x="26219" y="4512"/>
                    <a:pt x="26268" y="4585"/>
                    <a:pt x="26317" y="4634"/>
                  </a:cubicBezTo>
                  <a:cubicBezTo>
                    <a:pt x="26341" y="4683"/>
                    <a:pt x="26414" y="4707"/>
                    <a:pt x="26487" y="4707"/>
                  </a:cubicBezTo>
                  <a:lnTo>
                    <a:pt x="29219" y="4707"/>
                  </a:lnTo>
                  <a:cubicBezTo>
                    <a:pt x="29292" y="4707"/>
                    <a:pt x="29365" y="4683"/>
                    <a:pt x="29414" y="4634"/>
                  </a:cubicBezTo>
                  <a:cubicBezTo>
                    <a:pt x="29438" y="4585"/>
                    <a:pt x="29487" y="4512"/>
                    <a:pt x="29487" y="4464"/>
                  </a:cubicBezTo>
                  <a:lnTo>
                    <a:pt x="29487" y="4464"/>
                  </a:lnTo>
                  <a:cubicBezTo>
                    <a:pt x="29487" y="4317"/>
                    <a:pt x="29365" y="4195"/>
                    <a:pt x="29219" y="4195"/>
                  </a:cubicBezTo>
                  <a:close/>
                  <a:moveTo>
                    <a:pt x="7829" y="4610"/>
                  </a:moveTo>
                  <a:lnTo>
                    <a:pt x="6488" y="4610"/>
                  </a:lnTo>
                  <a:cubicBezTo>
                    <a:pt x="6463" y="4707"/>
                    <a:pt x="6414" y="4781"/>
                    <a:pt x="6366" y="4854"/>
                  </a:cubicBezTo>
                  <a:cubicBezTo>
                    <a:pt x="6244" y="4951"/>
                    <a:pt x="6122" y="5000"/>
                    <a:pt x="5975" y="5000"/>
                  </a:cubicBezTo>
                  <a:lnTo>
                    <a:pt x="3219" y="5000"/>
                  </a:lnTo>
                  <a:cubicBezTo>
                    <a:pt x="3073" y="5000"/>
                    <a:pt x="2927" y="4951"/>
                    <a:pt x="2829" y="4854"/>
                  </a:cubicBezTo>
                  <a:cubicBezTo>
                    <a:pt x="2780" y="4781"/>
                    <a:pt x="2707" y="4707"/>
                    <a:pt x="2683" y="4610"/>
                  </a:cubicBezTo>
                  <a:lnTo>
                    <a:pt x="1512" y="4610"/>
                  </a:lnTo>
                  <a:lnTo>
                    <a:pt x="1512" y="6878"/>
                  </a:lnTo>
                  <a:lnTo>
                    <a:pt x="7829" y="6878"/>
                  </a:lnTo>
                  <a:lnTo>
                    <a:pt x="7829" y="4610"/>
                  </a:lnTo>
                  <a:close/>
                  <a:moveTo>
                    <a:pt x="6488" y="4293"/>
                  </a:moveTo>
                  <a:lnTo>
                    <a:pt x="7829" y="4293"/>
                  </a:lnTo>
                  <a:lnTo>
                    <a:pt x="7829" y="2025"/>
                  </a:lnTo>
                  <a:lnTo>
                    <a:pt x="2610" y="2025"/>
                  </a:lnTo>
                  <a:cubicBezTo>
                    <a:pt x="2317" y="2025"/>
                    <a:pt x="2024" y="2147"/>
                    <a:pt x="1829" y="2366"/>
                  </a:cubicBezTo>
                  <a:cubicBezTo>
                    <a:pt x="1634" y="2561"/>
                    <a:pt x="1512" y="2829"/>
                    <a:pt x="1537" y="3122"/>
                  </a:cubicBezTo>
                  <a:lnTo>
                    <a:pt x="1537" y="4293"/>
                  </a:lnTo>
                  <a:lnTo>
                    <a:pt x="2707" y="4293"/>
                  </a:lnTo>
                  <a:cubicBezTo>
                    <a:pt x="2732" y="4220"/>
                    <a:pt x="2780" y="4122"/>
                    <a:pt x="2854" y="4073"/>
                  </a:cubicBezTo>
                  <a:cubicBezTo>
                    <a:pt x="2951" y="3951"/>
                    <a:pt x="3097" y="3903"/>
                    <a:pt x="3244" y="3903"/>
                  </a:cubicBezTo>
                  <a:lnTo>
                    <a:pt x="5975" y="3903"/>
                  </a:lnTo>
                  <a:cubicBezTo>
                    <a:pt x="6122" y="3903"/>
                    <a:pt x="6268" y="3951"/>
                    <a:pt x="6366" y="4073"/>
                  </a:cubicBezTo>
                  <a:cubicBezTo>
                    <a:pt x="6439" y="4122"/>
                    <a:pt x="6488" y="4220"/>
                    <a:pt x="6512" y="4293"/>
                  </a:cubicBezTo>
                  <a:close/>
                  <a:moveTo>
                    <a:pt x="5975" y="4195"/>
                  </a:moveTo>
                  <a:lnTo>
                    <a:pt x="3219" y="4195"/>
                  </a:lnTo>
                  <a:cubicBezTo>
                    <a:pt x="3073" y="4195"/>
                    <a:pt x="2976" y="4317"/>
                    <a:pt x="2976" y="4439"/>
                  </a:cubicBezTo>
                  <a:lnTo>
                    <a:pt x="2976" y="4439"/>
                  </a:lnTo>
                  <a:cubicBezTo>
                    <a:pt x="2976" y="4512"/>
                    <a:pt x="3000" y="4585"/>
                    <a:pt x="3049" y="4634"/>
                  </a:cubicBezTo>
                  <a:cubicBezTo>
                    <a:pt x="3097" y="4683"/>
                    <a:pt x="3146" y="4707"/>
                    <a:pt x="3219" y="4707"/>
                  </a:cubicBezTo>
                  <a:lnTo>
                    <a:pt x="5975" y="4707"/>
                  </a:lnTo>
                  <a:cubicBezTo>
                    <a:pt x="6024" y="4707"/>
                    <a:pt x="6097" y="4683"/>
                    <a:pt x="6146" y="4634"/>
                  </a:cubicBezTo>
                  <a:cubicBezTo>
                    <a:pt x="6195" y="4585"/>
                    <a:pt x="6219" y="4512"/>
                    <a:pt x="6219" y="4464"/>
                  </a:cubicBezTo>
                  <a:lnTo>
                    <a:pt x="6219" y="4464"/>
                  </a:lnTo>
                  <a:cubicBezTo>
                    <a:pt x="6219" y="4390"/>
                    <a:pt x="6195" y="4317"/>
                    <a:pt x="6146" y="4268"/>
                  </a:cubicBezTo>
                  <a:cubicBezTo>
                    <a:pt x="6097" y="4220"/>
                    <a:pt x="6024" y="4195"/>
                    <a:pt x="5975" y="4195"/>
                  </a:cubicBezTo>
                  <a:close/>
                  <a:moveTo>
                    <a:pt x="30951" y="7171"/>
                  </a:moveTo>
                  <a:lnTo>
                    <a:pt x="1512" y="7171"/>
                  </a:lnTo>
                  <a:lnTo>
                    <a:pt x="1512" y="19219"/>
                  </a:lnTo>
                  <a:cubicBezTo>
                    <a:pt x="1512" y="19829"/>
                    <a:pt x="2000" y="20317"/>
                    <a:pt x="2610" y="20317"/>
                  </a:cubicBezTo>
                  <a:lnTo>
                    <a:pt x="29853" y="20317"/>
                  </a:lnTo>
                  <a:cubicBezTo>
                    <a:pt x="30146" y="20317"/>
                    <a:pt x="30414" y="20195"/>
                    <a:pt x="30633" y="20000"/>
                  </a:cubicBezTo>
                  <a:cubicBezTo>
                    <a:pt x="30829" y="19805"/>
                    <a:pt x="30951" y="19536"/>
                    <a:pt x="30951" y="19244"/>
                  </a:cubicBezTo>
                  <a:lnTo>
                    <a:pt x="30951" y="7171"/>
                  </a:lnTo>
                  <a:close/>
                  <a:moveTo>
                    <a:pt x="1634" y="2147"/>
                  </a:moveTo>
                  <a:cubicBezTo>
                    <a:pt x="1390" y="2390"/>
                    <a:pt x="1244" y="2756"/>
                    <a:pt x="1244" y="3122"/>
                  </a:cubicBezTo>
                  <a:lnTo>
                    <a:pt x="1244" y="19219"/>
                  </a:lnTo>
                  <a:cubicBezTo>
                    <a:pt x="1244" y="19975"/>
                    <a:pt x="1854" y="20610"/>
                    <a:pt x="2610" y="20610"/>
                  </a:cubicBezTo>
                  <a:lnTo>
                    <a:pt x="29877" y="20610"/>
                  </a:lnTo>
                  <a:cubicBezTo>
                    <a:pt x="30633" y="20610"/>
                    <a:pt x="31243" y="19975"/>
                    <a:pt x="31243" y="19219"/>
                  </a:cubicBezTo>
                  <a:lnTo>
                    <a:pt x="31243" y="3122"/>
                  </a:lnTo>
                  <a:cubicBezTo>
                    <a:pt x="31243" y="2366"/>
                    <a:pt x="30633" y="1732"/>
                    <a:pt x="29877" y="1732"/>
                  </a:cubicBezTo>
                  <a:lnTo>
                    <a:pt x="2610" y="1732"/>
                  </a:lnTo>
                  <a:cubicBezTo>
                    <a:pt x="2244" y="1732"/>
                    <a:pt x="1878" y="1878"/>
                    <a:pt x="1634" y="214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336;p53">
              <a:extLst>
                <a:ext uri="{FF2B5EF4-FFF2-40B4-BE49-F238E27FC236}">
                  <a16:creationId xmlns:a16="http://schemas.microsoft.com/office/drawing/2014/main" id="{8FDD5EA2-73C7-F7E6-1D76-E7E179C724C8}"/>
                </a:ext>
              </a:extLst>
            </p:cNvPr>
            <p:cNvSpPr/>
            <p:nvPr/>
          </p:nvSpPr>
          <p:spPr>
            <a:xfrm>
              <a:off x="5571158" y="1735710"/>
              <a:ext cx="441122" cy="20479"/>
            </a:xfrm>
            <a:custGeom>
              <a:avLst/>
              <a:gdLst/>
              <a:ahLst/>
              <a:cxnLst/>
              <a:rect l="l" t="t" r="r" b="b"/>
              <a:pathLst>
                <a:path w="8513" h="391" extrusionOk="0">
                  <a:moveTo>
                    <a:pt x="195" y="391"/>
                  </a:moveTo>
                  <a:cubicBezTo>
                    <a:pt x="98" y="391"/>
                    <a:pt x="0" y="293"/>
                    <a:pt x="0" y="196"/>
                  </a:cubicBezTo>
                  <a:cubicBezTo>
                    <a:pt x="0" y="74"/>
                    <a:pt x="98" y="1"/>
                    <a:pt x="195" y="1"/>
                  </a:cubicBezTo>
                  <a:lnTo>
                    <a:pt x="7366" y="1"/>
                  </a:lnTo>
                  <a:cubicBezTo>
                    <a:pt x="7464" y="1"/>
                    <a:pt x="7561" y="74"/>
                    <a:pt x="7561" y="196"/>
                  </a:cubicBezTo>
                  <a:cubicBezTo>
                    <a:pt x="7561" y="293"/>
                    <a:pt x="7464" y="391"/>
                    <a:pt x="7366" y="391"/>
                  </a:cubicBezTo>
                  <a:close/>
                  <a:moveTo>
                    <a:pt x="8000" y="391"/>
                  </a:moveTo>
                  <a:cubicBezTo>
                    <a:pt x="7903" y="391"/>
                    <a:pt x="7805" y="293"/>
                    <a:pt x="7805" y="196"/>
                  </a:cubicBezTo>
                  <a:cubicBezTo>
                    <a:pt x="7805" y="74"/>
                    <a:pt x="7903" y="1"/>
                    <a:pt x="8000" y="1"/>
                  </a:cubicBezTo>
                  <a:lnTo>
                    <a:pt x="8317" y="1"/>
                  </a:lnTo>
                  <a:cubicBezTo>
                    <a:pt x="8415" y="1"/>
                    <a:pt x="8512" y="74"/>
                    <a:pt x="8512" y="196"/>
                  </a:cubicBezTo>
                  <a:cubicBezTo>
                    <a:pt x="8512" y="293"/>
                    <a:pt x="8415" y="391"/>
                    <a:pt x="8317" y="39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37;p53">
              <a:extLst>
                <a:ext uri="{FF2B5EF4-FFF2-40B4-BE49-F238E27FC236}">
                  <a16:creationId xmlns:a16="http://schemas.microsoft.com/office/drawing/2014/main" id="{3F716C0C-BECB-9EE0-F070-499F538D36DB}"/>
                </a:ext>
              </a:extLst>
            </p:cNvPr>
            <p:cNvSpPr/>
            <p:nvPr/>
          </p:nvSpPr>
          <p:spPr>
            <a:xfrm>
              <a:off x="5945169" y="2003967"/>
              <a:ext cx="441122" cy="21736"/>
            </a:xfrm>
            <a:custGeom>
              <a:avLst/>
              <a:gdLst/>
              <a:ahLst/>
              <a:cxnLst/>
              <a:rect l="l" t="t" r="r" b="b"/>
              <a:pathLst>
                <a:path w="8513" h="415" extrusionOk="0">
                  <a:moveTo>
                    <a:pt x="196" y="415"/>
                  </a:moveTo>
                  <a:cubicBezTo>
                    <a:pt x="74" y="415"/>
                    <a:pt x="1" y="317"/>
                    <a:pt x="1" y="195"/>
                  </a:cubicBezTo>
                  <a:cubicBezTo>
                    <a:pt x="1" y="98"/>
                    <a:pt x="74" y="0"/>
                    <a:pt x="196" y="0"/>
                  </a:cubicBezTo>
                  <a:lnTo>
                    <a:pt x="7366" y="0"/>
                  </a:lnTo>
                  <a:cubicBezTo>
                    <a:pt x="7464" y="0"/>
                    <a:pt x="7562" y="98"/>
                    <a:pt x="7562" y="195"/>
                  </a:cubicBezTo>
                  <a:cubicBezTo>
                    <a:pt x="7562" y="317"/>
                    <a:pt x="7464" y="415"/>
                    <a:pt x="7366" y="415"/>
                  </a:cubicBezTo>
                  <a:close/>
                  <a:moveTo>
                    <a:pt x="8001" y="415"/>
                  </a:moveTo>
                  <a:cubicBezTo>
                    <a:pt x="7879" y="415"/>
                    <a:pt x="7805" y="317"/>
                    <a:pt x="7805" y="195"/>
                  </a:cubicBezTo>
                  <a:cubicBezTo>
                    <a:pt x="7805" y="98"/>
                    <a:pt x="7879" y="0"/>
                    <a:pt x="8001" y="0"/>
                  </a:cubicBezTo>
                  <a:lnTo>
                    <a:pt x="8293" y="0"/>
                  </a:lnTo>
                  <a:cubicBezTo>
                    <a:pt x="8415" y="0"/>
                    <a:pt x="8513" y="98"/>
                    <a:pt x="8513" y="195"/>
                  </a:cubicBezTo>
                  <a:cubicBezTo>
                    <a:pt x="8513" y="317"/>
                    <a:pt x="8415" y="415"/>
                    <a:pt x="8293" y="41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38;p53">
              <a:extLst>
                <a:ext uri="{FF2B5EF4-FFF2-40B4-BE49-F238E27FC236}">
                  <a16:creationId xmlns:a16="http://schemas.microsoft.com/office/drawing/2014/main" id="{0FAD8188-3B3D-A8B6-7E4B-E6429FCA2945}"/>
                </a:ext>
              </a:extLst>
            </p:cNvPr>
            <p:cNvSpPr/>
            <p:nvPr/>
          </p:nvSpPr>
          <p:spPr>
            <a:xfrm>
              <a:off x="4912817" y="1975843"/>
              <a:ext cx="1521673" cy="687317"/>
            </a:xfrm>
            <a:custGeom>
              <a:avLst/>
              <a:gdLst/>
              <a:ahLst/>
              <a:cxnLst/>
              <a:rect l="l" t="t" r="r" b="b"/>
              <a:pathLst>
                <a:path w="29366" h="13123" extrusionOk="0">
                  <a:moveTo>
                    <a:pt x="28805" y="1"/>
                  </a:moveTo>
                  <a:lnTo>
                    <a:pt x="28805" y="11464"/>
                  </a:lnTo>
                  <a:cubicBezTo>
                    <a:pt x="28780" y="12049"/>
                    <a:pt x="28317" y="12537"/>
                    <a:pt x="27707" y="12561"/>
                  </a:cubicBezTo>
                  <a:lnTo>
                    <a:pt x="464" y="12561"/>
                  </a:lnTo>
                  <a:cubicBezTo>
                    <a:pt x="293" y="12537"/>
                    <a:pt x="147" y="12513"/>
                    <a:pt x="0" y="12440"/>
                  </a:cubicBezTo>
                  <a:cubicBezTo>
                    <a:pt x="74" y="12586"/>
                    <a:pt x="147" y="12708"/>
                    <a:pt x="244" y="12830"/>
                  </a:cubicBezTo>
                  <a:cubicBezTo>
                    <a:pt x="464" y="13025"/>
                    <a:pt x="732" y="13122"/>
                    <a:pt x="1025" y="13122"/>
                  </a:cubicBezTo>
                  <a:lnTo>
                    <a:pt x="28268" y="13122"/>
                  </a:lnTo>
                  <a:cubicBezTo>
                    <a:pt x="28561" y="13122"/>
                    <a:pt x="28829" y="13025"/>
                    <a:pt x="29024" y="12830"/>
                  </a:cubicBezTo>
                  <a:cubicBezTo>
                    <a:pt x="29244" y="12610"/>
                    <a:pt x="29366" y="12342"/>
                    <a:pt x="29366" y="12049"/>
                  </a:cubicBezTo>
                  <a:lnTo>
                    <a:pt x="29366"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1339;p53">
            <a:extLst>
              <a:ext uri="{FF2B5EF4-FFF2-40B4-BE49-F238E27FC236}">
                <a16:creationId xmlns:a16="http://schemas.microsoft.com/office/drawing/2014/main" id="{8F60CC39-4E98-78DA-E068-A0CC18F1B2FC}"/>
              </a:ext>
            </a:extLst>
          </p:cNvPr>
          <p:cNvGrpSpPr/>
          <p:nvPr/>
        </p:nvGrpSpPr>
        <p:grpSpPr>
          <a:xfrm>
            <a:off x="5623226" y="-3986979"/>
            <a:ext cx="302145" cy="1828813"/>
            <a:chOff x="6771213" y="1525500"/>
            <a:chExt cx="302145" cy="1828813"/>
          </a:xfrm>
        </p:grpSpPr>
        <p:sp>
          <p:nvSpPr>
            <p:cNvPr id="59" name="Google Shape;1340;p53">
              <a:extLst>
                <a:ext uri="{FF2B5EF4-FFF2-40B4-BE49-F238E27FC236}">
                  <a16:creationId xmlns:a16="http://schemas.microsoft.com/office/drawing/2014/main" id="{2BB1A791-13C1-D75F-DC86-C1DB50CE9F88}"/>
                </a:ext>
              </a:extLst>
            </p:cNvPr>
            <p:cNvSpPr/>
            <p:nvPr/>
          </p:nvSpPr>
          <p:spPr>
            <a:xfrm>
              <a:off x="6771213" y="1525500"/>
              <a:ext cx="302145" cy="1828813"/>
            </a:xfrm>
            <a:custGeom>
              <a:avLst/>
              <a:gdLst/>
              <a:ahLst/>
              <a:cxnLst/>
              <a:rect l="l" t="t" r="r" b="b"/>
              <a:pathLst>
                <a:path w="7025" h="41902" extrusionOk="0">
                  <a:moveTo>
                    <a:pt x="879" y="0"/>
                  </a:moveTo>
                  <a:lnTo>
                    <a:pt x="6171" y="0"/>
                  </a:lnTo>
                  <a:cubicBezTo>
                    <a:pt x="6635" y="0"/>
                    <a:pt x="7025" y="390"/>
                    <a:pt x="7025" y="878"/>
                  </a:cubicBezTo>
                  <a:lnTo>
                    <a:pt x="7025" y="41048"/>
                  </a:lnTo>
                  <a:cubicBezTo>
                    <a:pt x="7025" y="41511"/>
                    <a:pt x="6635" y="41902"/>
                    <a:pt x="6171" y="41902"/>
                  </a:cubicBezTo>
                  <a:lnTo>
                    <a:pt x="879" y="41902"/>
                  </a:lnTo>
                  <a:cubicBezTo>
                    <a:pt x="391" y="41902"/>
                    <a:pt x="1" y="41511"/>
                    <a:pt x="1" y="41048"/>
                  </a:cubicBezTo>
                  <a:lnTo>
                    <a:pt x="1" y="878"/>
                  </a:lnTo>
                  <a:cubicBezTo>
                    <a:pt x="1" y="390"/>
                    <a:pt x="391" y="25"/>
                    <a:pt x="8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41;p53">
              <a:extLst>
                <a:ext uri="{FF2B5EF4-FFF2-40B4-BE49-F238E27FC236}">
                  <a16:creationId xmlns:a16="http://schemas.microsoft.com/office/drawing/2014/main" id="{104D9ECA-3A7F-69B3-5CE9-ACA70ADDBE9A}"/>
                </a:ext>
              </a:extLst>
            </p:cNvPr>
            <p:cNvSpPr/>
            <p:nvPr/>
          </p:nvSpPr>
          <p:spPr>
            <a:xfrm>
              <a:off x="6836245" y="1543569"/>
              <a:ext cx="219308" cy="1793722"/>
            </a:xfrm>
            <a:custGeom>
              <a:avLst/>
              <a:gdLst/>
              <a:ahLst/>
              <a:cxnLst/>
              <a:rect l="l" t="t" r="r" b="b"/>
              <a:pathLst>
                <a:path w="5099" h="41098" extrusionOk="0">
                  <a:moveTo>
                    <a:pt x="586" y="26415"/>
                  </a:moveTo>
                  <a:lnTo>
                    <a:pt x="1" y="26415"/>
                  </a:lnTo>
                  <a:lnTo>
                    <a:pt x="1" y="27903"/>
                  </a:lnTo>
                  <a:lnTo>
                    <a:pt x="586" y="27903"/>
                  </a:lnTo>
                  <a:cubicBezTo>
                    <a:pt x="684" y="27878"/>
                    <a:pt x="781" y="27976"/>
                    <a:pt x="781" y="28098"/>
                  </a:cubicBezTo>
                  <a:cubicBezTo>
                    <a:pt x="781" y="28195"/>
                    <a:pt x="684" y="28293"/>
                    <a:pt x="586" y="28293"/>
                  </a:cubicBezTo>
                  <a:lnTo>
                    <a:pt x="1" y="28293"/>
                  </a:lnTo>
                  <a:lnTo>
                    <a:pt x="1" y="29781"/>
                  </a:lnTo>
                  <a:lnTo>
                    <a:pt x="586" y="29781"/>
                  </a:lnTo>
                  <a:cubicBezTo>
                    <a:pt x="684" y="29781"/>
                    <a:pt x="781" y="29854"/>
                    <a:pt x="781" y="29976"/>
                  </a:cubicBezTo>
                  <a:cubicBezTo>
                    <a:pt x="781" y="30073"/>
                    <a:pt x="684" y="30171"/>
                    <a:pt x="586" y="30171"/>
                  </a:cubicBezTo>
                  <a:lnTo>
                    <a:pt x="1" y="30171"/>
                  </a:lnTo>
                  <a:lnTo>
                    <a:pt x="1" y="31659"/>
                  </a:lnTo>
                  <a:lnTo>
                    <a:pt x="586" y="31659"/>
                  </a:lnTo>
                  <a:cubicBezTo>
                    <a:pt x="684" y="31659"/>
                    <a:pt x="781" y="31732"/>
                    <a:pt x="781" y="31854"/>
                  </a:cubicBezTo>
                  <a:cubicBezTo>
                    <a:pt x="781" y="31951"/>
                    <a:pt x="684" y="32049"/>
                    <a:pt x="586" y="32049"/>
                  </a:cubicBezTo>
                  <a:lnTo>
                    <a:pt x="1" y="32049"/>
                  </a:lnTo>
                  <a:lnTo>
                    <a:pt x="1" y="33537"/>
                  </a:lnTo>
                  <a:lnTo>
                    <a:pt x="586" y="33537"/>
                  </a:lnTo>
                  <a:cubicBezTo>
                    <a:pt x="830" y="33537"/>
                    <a:pt x="830" y="33927"/>
                    <a:pt x="586" y="33927"/>
                  </a:cubicBezTo>
                  <a:lnTo>
                    <a:pt x="1" y="33927"/>
                  </a:lnTo>
                  <a:lnTo>
                    <a:pt x="1" y="35415"/>
                  </a:lnTo>
                  <a:lnTo>
                    <a:pt x="586" y="35415"/>
                  </a:lnTo>
                  <a:cubicBezTo>
                    <a:pt x="684" y="35415"/>
                    <a:pt x="781" y="35512"/>
                    <a:pt x="781" y="35634"/>
                  </a:cubicBezTo>
                  <a:cubicBezTo>
                    <a:pt x="781" y="35732"/>
                    <a:pt x="684" y="35829"/>
                    <a:pt x="586" y="35829"/>
                  </a:cubicBezTo>
                  <a:lnTo>
                    <a:pt x="1" y="35829"/>
                  </a:lnTo>
                  <a:lnTo>
                    <a:pt x="1" y="37317"/>
                  </a:lnTo>
                  <a:lnTo>
                    <a:pt x="586" y="37317"/>
                  </a:lnTo>
                  <a:cubicBezTo>
                    <a:pt x="684" y="37317"/>
                    <a:pt x="781" y="37390"/>
                    <a:pt x="781" y="37512"/>
                  </a:cubicBezTo>
                  <a:cubicBezTo>
                    <a:pt x="781" y="37610"/>
                    <a:pt x="684" y="37707"/>
                    <a:pt x="586" y="37707"/>
                  </a:cubicBezTo>
                  <a:lnTo>
                    <a:pt x="1" y="37707"/>
                  </a:lnTo>
                  <a:lnTo>
                    <a:pt x="1" y="39195"/>
                  </a:lnTo>
                  <a:lnTo>
                    <a:pt x="586" y="39195"/>
                  </a:lnTo>
                  <a:cubicBezTo>
                    <a:pt x="684" y="39195"/>
                    <a:pt x="781" y="39293"/>
                    <a:pt x="781" y="39390"/>
                  </a:cubicBezTo>
                  <a:cubicBezTo>
                    <a:pt x="781" y="39512"/>
                    <a:pt x="684" y="39585"/>
                    <a:pt x="586" y="39585"/>
                  </a:cubicBezTo>
                  <a:lnTo>
                    <a:pt x="1" y="39585"/>
                  </a:lnTo>
                  <a:lnTo>
                    <a:pt x="1" y="41097"/>
                  </a:lnTo>
                  <a:lnTo>
                    <a:pt x="4635" y="41097"/>
                  </a:lnTo>
                  <a:cubicBezTo>
                    <a:pt x="4879" y="41097"/>
                    <a:pt x="5098" y="40902"/>
                    <a:pt x="5098" y="40634"/>
                  </a:cubicBezTo>
                  <a:lnTo>
                    <a:pt x="5098" y="464"/>
                  </a:lnTo>
                  <a:cubicBezTo>
                    <a:pt x="5098" y="342"/>
                    <a:pt x="5049" y="220"/>
                    <a:pt x="4952" y="123"/>
                  </a:cubicBezTo>
                  <a:cubicBezTo>
                    <a:pt x="4879" y="50"/>
                    <a:pt x="4757" y="1"/>
                    <a:pt x="4610" y="1"/>
                  </a:cubicBezTo>
                  <a:lnTo>
                    <a:pt x="25" y="1"/>
                  </a:lnTo>
                  <a:lnTo>
                    <a:pt x="25" y="1489"/>
                  </a:lnTo>
                  <a:lnTo>
                    <a:pt x="586" y="1489"/>
                  </a:lnTo>
                  <a:cubicBezTo>
                    <a:pt x="684" y="1489"/>
                    <a:pt x="781" y="1562"/>
                    <a:pt x="781" y="1684"/>
                  </a:cubicBezTo>
                  <a:cubicBezTo>
                    <a:pt x="781" y="1781"/>
                    <a:pt x="684" y="1879"/>
                    <a:pt x="586" y="1879"/>
                  </a:cubicBezTo>
                  <a:lnTo>
                    <a:pt x="1" y="1879"/>
                  </a:lnTo>
                  <a:lnTo>
                    <a:pt x="1" y="3367"/>
                  </a:lnTo>
                  <a:lnTo>
                    <a:pt x="586" y="3367"/>
                  </a:lnTo>
                  <a:cubicBezTo>
                    <a:pt x="830" y="3367"/>
                    <a:pt x="830" y="3757"/>
                    <a:pt x="586" y="3757"/>
                  </a:cubicBezTo>
                  <a:lnTo>
                    <a:pt x="1" y="3757"/>
                  </a:lnTo>
                  <a:lnTo>
                    <a:pt x="1" y="5245"/>
                  </a:lnTo>
                  <a:lnTo>
                    <a:pt x="586" y="5245"/>
                  </a:lnTo>
                  <a:cubicBezTo>
                    <a:pt x="806" y="5293"/>
                    <a:pt x="806" y="5635"/>
                    <a:pt x="586" y="5659"/>
                  </a:cubicBezTo>
                  <a:lnTo>
                    <a:pt x="1" y="5659"/>
                  </a:lnTo>
                  <a:lnTo>
                    <a:pt x="1" y="7147"/>
                  </a:lnTo>
                  <a:lnTo>
                    <a:pt x="586" y="7147"/>
                  </a:lnTo>
                  <a:cubicBezTo>
                    <a:pt x="806" y="7171"/>
                    <a:pt x="806" y="7513"/>
                    <a:pt x="586" y="7537"/>
                  </a:cubicBezTo>
                  <a:lnTo>
                    <a:pt x="1" y="7537"/>
                  </a:lnTo>
                  <a:lnTo>
                    <a:pt x="1" y="9025"/>
                  </a:lnTo>
                  <a:lnTo>
                    <a:pt x="586" y="9025"/>
                  </a:lnTo>
                  <a:cubicBezTo>
                    <a:pt x="830" y="9025"/>
                    <a:pt x="830" y="9415"/>
                    <a:pt x="586" y="9415"/>
                  </a:cubicBezTo>
                  <a:lnTo>
                    <a:pt x="1" y="9415"/>
                  </a:lnTo>
                  <a:lnTo>
                    <a:pt x="1" y="10927"/>
                  </a:lnTo>
                  <a:lnTo>
                    <a:pt x="586" y="10927"/>
                  </a:lnTo>
                  <a:cubicBezTo>
                    <a:pt x="684" y="10927"/>
                    <a:pt x="781" y="11001"/>
                    <a:pt x="781" y="11123"/>
                  </a:cubicBezTo>
                  <a:cubicBezTo>
                    <a:pt x="781" y="11220"/>
                    <a:pt x="684" y="11318"/>
                    <a:pt x="586" y="11318"/>
                  </a:cubicBezTo>
                  <a:lnTo>
                    <a:pt x="1" y="11318"/>
                  </a:lnTo>
                  <a:lnTo>
                    <a:pt x="1" y="12805"/>
                  </a:lnTo>
                  <a:lnTo>
                    <a:pt x="586" y="12805"/>
                  </a:lnTo>
                  <a:cubicBezTo>
                    <a:pt x="806" y="12830"/>
                    <a:pt x="806" y="13171"/>
                    <a:pt x="586" y="13196"/>
                  </a:cubicBezTo>
                  <a:lnTo>
                    <a:pt x="1" y="13196"/>
                  </a:lnTo>
                  <a:lnTo>
                    <a:pt x="1" y="14683"/>
                  </a:lnTo>
                  <a:lnTo>
                    <a:pt x="586" y="14683"/>
                  </a:lnTo>
                  <a:cubicBezTo>
                    <a:pt x="684" y="14683"/>
                    <a:pt x="781" y="14781"/>
                    <a:pt x="781" y="14903"/>
                  </a:cubicBezTo>
                  <a:cubicBezTo>
                    <a:pt x="781" y="15001"/>
                    <a:pt x="684" y="15098"/>
                    <a:pt x="586" y="15098"/>
                  </a:cubicBezTo>
                  <a:lnTo>
                    <a:pt x="1" y="15098"/>
                  </a:lnTo>
                  <a:lnTo>
                    <a:pt x="1" y="16586"/>
                  </a:lnTo>
                  <a:lnTo>
                    <a:pt x="586" y="16586"/>
                  </a:lnTo>
                  <a:cubicBezTo>
                    <a:pt x="684" y="16586"/>
                    <a:pt x="781" y="16659"/>
                    <a:pt x="781" y="16781"/>
                  </a:cubicBezTo>
                  <a:cubicBezTo>
                    <a:pt x="781" y="16879"/>
                    <a:pt x="684" y="16976"/>
                    <a:pt x="586" y="16976"/>
                  </a:cubicBezTo>
                  <a:lnTo>
                    <a:pt x="1" y="16976"/>
                  </a:lnTo>
                  <a:lnTo>
                    <a:pt x="1" y="18464"/>
                  </a:lnTo>
                  <a:lnTo>
                    <a:pt x="586" y="18464"/>
                  </a:lnTo>
                  <a:cubicBezTo>
                    <a:pt x="806" y="18488"/>
                    <a:pt x="806" y="18830"/>
                    <a:pt x="586" y="18854"/>
                  </a:cubicBezTo>
                  <a:lnTo>
                    <a:pt x="1" y="18854"/>
                  </a:lnTo>
                  <a:lnTo>
                    <a:pt x="1" y="20342"/>
                  </a:lnTo>
                  <a:lnTo>
                    <a:pt x="586" y="20342"/>
                  </a:lnTo>
                  <a:cubicBezTo>
                    <a:pt x="684" y="20342"/>
                    <a:pt x="781" y="20439"/>
                    <a:pt x="781" y="20561"/>
                  </a:cubicBezTo>
                  <a:cubicBezTo>
                    <a:pt x="781" y="20659"/>
                    <a:pt x="684" y="20756"/>
                    <a:pt x="586" y="20756"/>
                  </a:cubicBezTo>
                  <a:lnTo>
                    <a:pt x="1" y="20756"/>
                  </a:lnTo>
                  <a:lnTo>
                    <a:pt x="1" y="22244"/>
                  </a:lnTo>
                  <a:lnTo>
                    <a:pt x="586" y="22244"/>
                  </a:lnTo>
                  <a:cubicBezTo>
                    <a:pt x="684" y="22244"/>
                    <a:pt x="781" y="22317"/>
                    <a:pt x="781" y="22439"/>
                  </a:cubicBezTo>
                  <a:cubicBezTo>
                    <a:pt x="781" y="22537"/>
                    <a:pt x="684" y="22634"/>
                    <a:pt x="586" y="22634"/>
                  </a:cubicBezTo>
                  <a:lnTo>
                    <a:pt x="1" y="22634"/>
                  </a:lnTo>
                  <a:lnTo>
                    <a:pt x="1" y="24122"/>
                  </a:lnTo>
                  <a:lnTo>
                    <a:pt x="586" y="24122"/>
                  </a:lnTo>
                  <a:cubicBezTo>
                    <a:pt x="806" y="24147"/>
                    <a:pt x="806" y="24488"/>
                    <a:pt x="586" y="24512"/>
                  </a:cubicBezTo>
                  <a:lnTo>
                    <a:pt x="1" y="24512"/>
                  </a:lnTo>
                  <a:lnTo>
                    <a:pt x="1" y="26000"/>
                  </a:lnTo>
                  <a:lnTo>
                    <a:pt x="586" y="26000"/>
                  </a:lnTo>
                  <a:cubicBezTo>
                    <a:pt x="684" y="26000"/>
                    <a:pt x="781" y="26098"/>
                    <a:pt x="781" y="26220"/>
                  </a:cubicBezTo>
                  <a:cubicBezTo>
                    <a:pt x="781" y="26317"/>
                    <a:pt x="684" y="26390"/>
                    <a:pt x="586" y="2641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42;p53">
              <a:extLst>
                <a:ext uri="{FF2B5EF4-FFF2-40B4-BE49-F238E27FC236}">
                  <a16:creationId xmlns:a16="http://schemas.microsoft.com/office/drawing/2014/main" id="{FD67D148-A3DF-BD81-09C9-54589591049A}"/>
                </a:ext>
              </a:extLst>
            </p:cNvPr>
            <p:cNvSpPr/>
            <p:nvPr/>
          </p:nvSpPr>
          <p:spPr>
            <a:xfrm>
              <a:off x="6787987" y="1543569"/>
              <a:ext cx="32559" cy="1793722"/>
            </a:xfrm>
            <a:custGeom>
              <a:avLst/>
              <a:gdLst/>
              <a:ahLst/>
              <a:cxnLst/>
              <a:rect l="l" t="t" r="r" b="b"/>
              <a:pathLst>
                <a:path w="757" h="41098" extrusionOk="0">
                  <a:moveTo>
                    <a:pt x="733" y="29976"/>
                  </a:moveTo>
                  <a:lnTo>
                    <a:pt x="733" y="1"/>
                  </a:lnTo>
                  <a:lnTo>
                    <a:pt x="489" y="1"/>
                  </a:lnTo>
                  <a:cubicBezTo>
                    <a:pt x="367" y="1"/>
                    <a:pt x="245" y="50"/>
                    <a:pt x="147" y="123"/>
                  </a:cubicBezTo>
                  <a:cubicBezTo>
                    <a:pt x="50" y="220"/>
                    <a:pt x="1" y="342"/>
                    <a:pt x="1" y="464"/>
                  </a:cubicBezTo>
                  <a:lnTo>
                    <a:pt x="1" y="40634"/>
                  </a:lnTo>
                  <a:cubicBezTo>
                    <a:pt x="1" y="40756"/>
                    <a:pt x="50" y="40854"/>
                    <a:pt x="147" y="40951"/>
                  </a:cubicBezTo>
                  <a:cubicBezTo>
                    <a:pt x="245" y="41049"/>
                    <a:pt x="342" y="41097"/>
                    <a:pt x="489" y="41097"/>
                  </a:cubicBezTo>
                  <a:lnTo>
                    <a:pt x="757" y="41097"/>
                  </a:lnTo>
                  <a:lnTo>
                    <a:pt x="757" y="2997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43;p53">
              <a:extLst>
                <a:ext uri="{FF2B5EF4-FFF2-40B4-BE49-F238E27FC236}">
                  <a16:creationId xmlns:a16="http://schemas.microsoft.com/office/drawing/2014/main" id="{D50E6D11-F61D-DF88-08E7-6FCC9D4E543B}"/>
                </a:ext>
              </a:extLst>
            </p:cNvPr>
            <p:cNvSpPr/>
            <p:nvPr/>
          </p:nvSpPr>
          <p:spPr>
            <a:xfrm>
              <a:off x="6771213" y="1525500"/>
              <a:ext cx="302145" cy="1828813"/>
            </a:xfrm>
            <a:custGeom>
              <a:avLst/>
              <a:gdLst/>
              <a:ahLst/>
              <a:cxnLst/>
              <a:rect l="l" t="t" r="r" b="b"/>
              <a:pathLst>
                <a:path w="7025" h="41902" extrusionOk="0">
                  <a:moveTo>
                    <a:pt x="879" y="0"/>
                  </a:moveTo>
                  <a:lnTo>
                    <a:pt x="6171" y="0"/>
                  </a:lnTo>
                  <a:cubicBezTo>
                    <a:pt x="6635" y="0"/>
                    <a:pt x="7025" y="390"/>
                    <a:pt x="7025" y="878"/>
                  </a:cubicBezTo>
                  <a:lnTo>
                    <a:pt x="7025" y="41048"/>
                  </a:lnTo>
                  <a:cubicBezTo>
                    <a:pt x="7025" y="41511"/>
                    <a:pt x="6635" y="41902"/>
                    <a:pt x="6171" y="41902"/>
                  </a:cubicBezTo>
                  <a:lnTo>
                    <a:pt x="879" y="41902"/>
                  </a:lnTo>
                  <a:cubicBezTo>
                    <a:pt x="391" y="41902"/>
                    <a:pt x="1" y="41511"/>
                    <a:pt x="1" y="41048"/>
                  </a:cubicBezTo>
                  <a:lnTo>
                    <a:pt x="1" y="878"/>
                  </a:lnTo>
                  <a:cubicBezTo>
                    <a:pt x="1" y="390"/>
                    <a:pt x="391" y="25"/>
                    <a:pt x="879" y="0"/>
                  </a:cubicBezTo>
                  <a:close/>
                  <a:moveTo>
                    <a:pt x="1537" y="39633"/>
                  </a:moveTo>
                  <a:lnTo>
                    <a:pt x="2098" y="39633"/>
                  </a:lnTo>
                  <a:cubicBezTo>
                    <a:pt x="2196" y="39609"/>
                    <a:pt x="2293" y="39707"/>
                    <a:pt x="2293" y="39829"/>
                  </a:cubicBezTo>
                  <a:cubicBezTo>
                    <a:pt x="2293" y="39926"/>
                    <a:pt x="2196" y="40024"/>
                    <a:pt x="2098" y="40024"/>
                  </a:cubicBezTo>
                  <a:lnTo>
                    <a:pt x="1513" y="40024"/>
                  </a:lnTo>
                  <a:lnTo>
                    <a:pt x="1513" y="41511"/>
                  </a:lnTo>
                  <a:lnTo>
                    <a:pt x="6147" y="41511"/>
                  </a:lnTo>
                  <a:cubicBezTo>
                    <a:pt x="6391" y="41511"/>
                    <a:pt x="6610" y="41316"/>
                    <a:pt x="6610" y="41048"/>
                  </a:cubicBezTo>
                  <a:lnTo>
                    <a:pt x="6610" y="878"/>
                  </a:lnTo>
                  <a:cubicBezTo>
                    <a:pt x="6610" y="756"/>
                    <a:pt x="6561" y="634"/>
                    <a:pt x="6464" y="537"/>
                  </a:cubicBezTo>
                  <a:cubicBezTo>
                    <a:pt x="6391" y="464"/>
                    <a:pt x="6269" y="415"/>
                    <a:pt x="6122" y="415"/>
                  </a:cubicBezTo>
                  <a:lnTo>
                    <a:pt x="1537" y="415"/>
                  </a:lnTo>
                  <a:lnTo>
                    <a:pt x="1537" y="1903"/>
                  </a:lnTo>
                  <a:lnTo>
                    <a:pt x="2098" y="1903"/>
                  </a:lnTo>
                  <a:cubicBezTo>
                    <a:pt x="2196" y="1903"/>
                    <a:pt x="2293" y="1976"/>
                    <a:pt x="2293" y="2098"/>
                  </a:cubicBezTo>
                  <a:cubicBezTo>
                    <a:pt x="2293" y="2195"/>
                    <a:pt x="2196" y="2293"/>
                    <a:pt x="2098" y="2293"/>
                  </a:cubicBezTo>
                  <a:lnTo>
                    <a:pt x="1513" y="2293"/>
                  </a:lnTo>
                  <a:lnTo>
                    <a:pt x="1513" y="3781"/>
                  </a:lnTo>
                  <a:lnTo>
                    <a:pt x="2098" y="3781"/>
                  </a:lnTo>
                  <a:cubicBezTo>
                    <a:pt x="2342" y="3781"/>
                    <a:pt x="2342" y="4171"/>
                    <a:pt x="2098" y="4171"/>
                  </a:cubicBezTo>
                  <a:lnTo>
                    <a:pt x="1513" y="4171"/>
                  </a:lnTo>
                  <a:lnTo>
                    <a:pt x="1513" y="5659"/>
                  </a:lnTo>
                  <a:lnTo>
                    <a:pt x="2098" y="5659"/>
                  </a:lnTo>
                  <a:cubicBezTo>
                    <a:pt x="2318" y="5707"/>
                    <a:pt x="2318" y="6049"/>
                    <a:pt x="2098" y="6073"/>
                  </a:cubicBezTo>
                  <a:lnTo>
                    <a:pt x="1513" y="6073"/>
                  </a:lnTo>
                  <a:lnTo>
                    <a:pt x="1513" y="7561"/>
                  </a:lnTo>
                  <a:lnTo>
                    <a:pt x="2098" y="7561"/>
                  </a:lnTo>
                  <a:cubicBezTo>
                    <a:pt x="2318" y="7585"/>
                    <a:pt x="2318" y="7927"/>
                    <a:pt x="2098" y="7951"/>
                  </a:cubicBezTo>
                  <a:lnTo>
                    <a:pt x="1513" y="7951"/>
                  </a:lnTo>
                  <a:lnTo>
                    <a:pt x="1513" y="9439"/>
                  </a:lnTo>
                  <a:lnTo>
                    <a:pt x="2098" y="9439"/>
                  </a:lnTo>
                  <a:cubicBezTo>
                    <a:pt x="2342" y="9439"/>
                    <a:pt x="2342" y="9829"/>
                    <a:pt x="2098" y="9829"/>
                  </a:cubicBezTo>
                  <a:lnTo>
                    <a:pt x="1513" y="9829"/>
                  </a:lnTo>
                  <a:lnTo>
                    <a:pt x="1513" y="11341"/>
                  </a:lnTo>
                  <a:lnTo>
                    <a:pt x="2098" y="11341"/>
                  </a:lnTo>
                  <a:cubicBezTo>
                    <a:pt x="2196" y="11341"/>
                    <a:pt x="2293" y="11415"/>
                    <a:pt x="2293" y="11537"/>
                  </a:cubicBezTo>
                  <a:cubicBezTo>
                    <a:pt x="2293" y="11634"/>
                    <a:pt x="2196" y="11732"/>
                    <a:pt x="2098" y="11732"/>
                  </a:cubicBezTo>
                  <a:lnTo>
                    <a:pt x="1513" y="11732"/>
                  </a:lnTo>
                  <a:lnTo>
                    <a:pt x="1513" y="13219"/>
                  </a:lnTo>
                  <a:lnTo>
                    <a:pt x="2098" y="13219"/>
                  </a:lnTo>
                  <a:cubicBezTo>
                    <a:pt x="2318" y="13244"/>
                    <a:pt x="2318" y="13585"/>
                    <a:pt x="2098" y="13610"/>
                  </a:cubicBezTo>
                  <a:lnTo>
                    <a:pt x="1513" y="13610"/>
                  </a:lnTo>
                  <a:lnTo>
                    <a:pt x="1513" y="15097"/>
                  </a:lnTo>
                  <a:lnTo>
                    <a:pt x="2098" y="15097"/>
                  </a:lnTo>
                  <a:cubicBezTo>
                    <a:pt x="2196" y="15097"/>
                    <a:pt x="2293" y="15195"/>
                    <a:pt x="2293" y="15317"/>
                  </a:cubicBezTo>
                  <a:cubicBezTo>
                    <a:pt x="2293" y="15415"/>
                    <a:pt x="2196" y="15512"/>
                    <a:pt x="2098" y="15512"/>
                  </a:cubicBezTo>
                  <a:lnTo>
                    <a:pt x="1513" y="15512"/>
                  </a:lnTo>
                  <a:lnTo>
                    <a:pt x="1513" y="17000"/>
                  </a:lnTo>
                  <a:lnTo>
                    <a:pt x="2098" y="17000"/>
                  </a:lnTo>
                  <a:cubicBezTo>
                    <a:pt x="2196" y="17000"/>
                    <a:pt x="2293" y="17073"/>
                    <a:pt x="2293" y="17195"/>
                  </a:cubicBezTo>
                  <a:cubicBezTo>
                    <a:pt x="2293" y="17293"/>
                    <a:pt x="2196" y="17390"/>
                    <a:pt x="2098" y="17390"/>
                  </a:cubicBezTo>
                  <a:lnTo>
                    <a:pt x="1513" y="17390"/>
                  </a:lnTo>
                  <a:lnTo>
                    <a:pt x="1513" y="18878"/>
                  </a:lnTo>
                  <a:lnTo>
                    <a:pt x="2098" y="18878"/>
                  </a:lnTo>
                  <a:cubicBezTo>
                    <a:pt x="2318" y="18902"/>
                    <a:pt x="2318" y="19244"/>
                    <a:pt x="2098" y="19268"/>
                  </a:cubicBezTo>
                  <a:lnTo>
                    <a:pt x="1513" y="19268"/>
                  </a:lnTo>
                  <a:lnTo>
                    <a:pt x="1513" y="20756"/>
                  </a:lnTo>
                  <a:lnTo>
                    <a:pt x="2098" y="20756"/>
                  </a:lnTo>
                  <a:cubicBezTo>
                    <a:pt x="2196" y="20756"/>
                    <a:pt x="2293" y="20853"/>
                    <a:pt x="2293" y="20975"/>
                  </a:cubicBezTo>
                  <a:cubicBezTo>
                    <a:pt x="2293" y="21073"/>
                    <a:pt x="2196" y="21170"/>
                    <a:pt x="2098" y="21170"/>
                  </a:cubicBezTo>
                  <a:lnTo>
                    <a:pt x="1513" y="21170"/>
                  </a:lnTo>
                  <a:lnTo>
                    <a:pt x="1513" y="22658"/>
                  </a:lnTo>
                  <a:lnTo>
                    <a:pt x="2098" y="22658"/>
                  </a:lnTo>
                  <a:cubicBezTo>
                    <a:pt x="2196" y="22658"/>
                    <a:pt x="2293" y="22731"/>
                    <a:pt x="2293" y="22853"/>
                  </a:cubicBezTo>
                  <a:cubicBezTo>
                    <a:pt x="2293" y="22951"/>
                    <a:pt x="2196" y="23048"/>
                    <a:pt x="2098" y="23048"/>
                  </a:cubicBezTo>
                  <a:lnTo>
                    <a:pt x="1513" y="23048"/>
                  </a:lnTo>
                  <a:lnTo>
                    <a:pt x="1513" y="24536"/>
                  </a:lnTo>
                  <a:lnTo>
                    <a:pt x="2098" y="24536"/>
                  </a:lnTo>
                  <a:cubicBezTo>
                    <a:pt x="2318" y="24561"/>
                    <a:pt x="2318" y="24902"/>
                    <a:pt x="2098" y="24926"/>
                  </a:cubicBezTo>
                  <a:lnTo>
                    <a:pt x="1513" y="24926"/>
                  </a:lnTo>
                  <a:lnTo>
                    <a:pt x="1513" y="26414"/>
                  </a:lnTo>
                  <a:lnTo>
                    <a:pt x="2098" y="26414"/>
                  </a:lnTo>
                  <a:cubicBezTo>
                    <a:pt x="2196" y="26414"/>
                    <a:pt x="2293" y="26512"/>
                    <a:pt x="2293" y="26634"/>
                  </a:cubicBezTo>
                  <a:cubicBezTo>
                    <a:pt x="2293" y="26731"/>
                    <a:pt x="2196" y="26829"/>
                    <a:pt x="2098" y="26829"/>
                  </a:cubicBezTo>
                  <a:lnTo>
                    <a:pt x="1513" y="26829"/>
                  </a:lnTo>
                  <a:lnTo>
                    <a:pt x="1513" y="28317"/>
                  </a:lnTo>
                  <a:lnTo>
                    <a:pt x="2098" y="28317"/>
                  </a:lnTo>
                  <a:cubicBezTo>
                    <a:pt x="2196" y="28317"/>
                    <a:pt x="2293" y="28390"/>
                    <a:pt x="2293" y="28512"/>
                  </a:cubicBezTo>
                  <a:cubicBezTo>
                    <a:pt x="2293" y="28609"/>
                    <a:pt x="2196" y="28707"/>
                    <a:pt x="2098" y="28707"/>
                  </a:cubicBezTo>
                  <a:lnTo>
                    <a:pt x="1513" y="28707"/>
                  </a:lnTo>
                  <a:lnTo>
                    <a:pt x="1513" y="30195"/>
                  </a:lnTo>
                  <a:lnTo>
                    <a:pt x="2098" y="30195"/>
                  </a:lnTo>
                  <a:cubicBezTo>
                    <a:pt x="2196" y="30195"/>
                    <a:pt x="2293" y="30292"/>
                    <a:pt x="2293" y="30390"/>
                  </a:cubicBezTo>
                  <a:cubicBezTo>
                    <a:pt x="2293" y="30512"/>
                    <a:pt x="2196" y="30585"/>
                    <a:pt x="2098" y="30585"/>
                  </a:cubicBezTo>
                  <a:lnTo>
                    <a:pt x="1513" y="30585"/>
                  </a:lnTo>
                  <a:lnTo>
                    <a:pt x="1513" y="32073"/>
                  </a:lnTo>
                  <a:lnTo>
                    <a:pt x="2098" y="32073"/>
                  </a:lnTo>
                  <a:cubicBezTo>
                    <a:pt x="2196" y="32073"/>
                    <a:pt x="2293" y="32146"/>
                    <a:pt x="2293" y="32268"/>
                  </a:cubicBezTo>
                  <a:cubicBezTo>
                    <a:pt x="2293" y="32365"/>
                    <a:pt x="2196" y="32463"/>
                    <a:pt x="2098" y="32463"/>
                  </a:cubicBezTo>
                  <a:lnTo>
                    <a:pt x="1513" y="32463"/>
                  </a:lnTo>
                  <a:lnTo>
                    <a:pt x="1513" y="33951"/>
                  </a:lnTo>
                  <a:lnTo>
                    <a:pt x="2098" y="33951"/>
                  </a:lnTo>
                  <a:cubicBezTo>
                    <a:pt x="2342" y="33951"/>
                    <a:pt x="2342" y="34341"/>
                    <a:pt x="2098" y="34341"/>
                  </a:cubicBezTo>
                  <a:lnTo>
                    <a:pt x="1513" y="34341"/>
                  </a:lnTo>
                  <a:lnTo>
                    <a:pt x="1513" y="35829"/>
                  </a:lnTo>
                  <a:lnTo>
                    <a:pt x="2098" y="35829"/>
                  </a:lnTo>
                  <a:cubicBezTo>
                    <a:pt x="2196" y="35829"/>
                    <a:pt x="2293" y="35926"/>
                    <a:pt x="2293" y="36048"/>
                  </a:cubicBezTo>
                  <a:cubicBezTo>
                    <a:pt x="2293" y="36146"/>
                    <a:pt x="2196" y="36243"/>
                    <a:pt x="2098" y="36243"/>
                  </a:cubicBezTo>
                  <a:lnTo>
                    <a:pt x="1513" y="36243"/>
                  </a:lnTo>
                  <a:lnTo>
                    <a:pt x="1513" y="37731"/>
                  </a:lnTo>
                  <a:lnTo>
                    <a:pt x="2098" y="37731"/>
                  </a:lnTo>
                  <a:cubicBezTo>
                    <a:pt x="2196" y="37731"/>
                    <a:pt x="2293" y="37804"/>
                    <a:pt x="2293" y="37926"/>
                  </a:cubicBezTo>
                  <a:cubicBezTo>
                    <a:pt x="2293" y="38024"/>
                    <a:pt x="2196" y="38121"/>
                    <a:pt x="2098" y="38121"/>
                  </a:cubicBezTo>
                  <a:lnTo>
                    <a:pt x="1513" y="38121"/>
                  </a:lnTo>
                  <a:lnTo>
                    <a:pt x="1513" y="39609"/>
                  </a:lnTo>
                  <a:close/>
                  <a:moveTo>
                    <a:pt x="1123" y="41511"/>
                  </a:moveTo>
                  <a:lnTo>
                    <a:pt x="1123" y="415"/>
                  </a:lnTo>
                  <a:lnTo>
                    <a:pt x="879" y="415"/>
                  </a:lnTo>
                  <a:cubicBezTo>
                    <a:pt x="757" y="415"/>
                    <a:pt x="635" y="464"/>
                    <a:pt x="537" y="537"/>
                  </a:cubicBezTo>
                  <a:cubicBezTo>
                    <a:pt x="440" y="634"/>
                    <a:pt x="391" y="756"/>
                    <a:pt x="391" y="878"/>
                  </a:cubicBezTo>
                  <a:lnTo>
                    <a:pt x="391" y="41048"/>
                  </a:lnTo>
                  <a:cubicBezTo>
                    <a:pt x="391" y="41170"/>
                    <a:pt x="440" y="41268"/>
                    <a:pt x="537" y="41365"/>
                  </a:cubicBezTo>
                  <a:cubicBezTo>
                    <a:pt x="635" y="41463"/>
                    <a:pt x="732" y="41511"/>
                    <a:pt x="879" y="415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44;p53">
              <a:extLst>
                <a:ext uri="{FF2B5EF4-FFF2-40B4-BE49-F238E27FC236}">
                  <a16:creationId xmlns:a16="http://schemas.microsoft.com/office/drawing/2014/main" id="{2DC8A287-83F0-263F-00C1-FF49A04E054D}"/>
                </a:ext>
              </a:extLst>
            </p:cNvPr>
            <p:cNvSpPr/>
            <p:nvPr/>
          </p:nvSpPr>
          <p:spPr>
            <a:xfrm>
              <a:off x="6892890" y="1573378"/>
              <a:ext cx="17892" cy="552546"/>
            </a:xfrm>
            <a:custGeom>
              <a:avLst/>
              <a:gdLst/>
              <a:ahLst/>
              <a:cxnLst/>
              <a:rect l="l" t="t" r="r" b="b"/>
              <a:pathLst>
                <a:path w="416" h="12660" extrusionOk="0">
                  <a:moveTo>
                    <a:pt x="1" y="196"/>
                  </a:moveTo>
                  <a:cubicBezTo>
                    <a:pt x="1" y="98"/>
                    <a:pt x="98" y="1"/>
                    <a:pt x="220" y="1"/>
                  </a:cubicBezTo>
                  <a:cubicBezTo>
                    <a:pt x="318" y="1"/>
                    <a:pt x="415" y="98"/>
                    <a:pt x="415" y="196"/>
                  </a:cubicBezTo>
                  <a:lnTo>
                    <a:pt x="415" y="732"/>
                  </a:lnTo>
                  <a:cubicBezTo>
                    <a:pt x="415" y="854"/>
                    <a:pt x="318" y="928"/>
                    <a:pt x="220" y="928"/>
                  </a:cubicBezTo>
                  <a:cubicBezTo>
                    <a:pt x="98" y="928"/>
                    <a:pt x="1" y="854"/>
                    <a:pt x="1" y="732"/>
                  </a:cubicBezTo>
                  <a:close/>
                  <a:moveTo>
                    <a:pt x="1" y="1854"/>
                  </a:moveTo>
                  <a:cubicBezTo>
                    <a:pt x="1" y="1757"/>
                    <a:pt x="98" y="1659"/>
                    <a:pt x="220" y="1659"/>
                  </a:cubicBezTo>
                  <a:cubicBezTo>
                    <a:pt x="318" y="1659"/>
                    <a:pt x="415" y="1757"/>
                    <a:pt x="415" y="1854"/>
                  </a:cubicBezTo>
                  <a:lnTo>
                    <a:pt x="415" y="12440"/>
                  </a:lnTo>
                  <a:cubicBezTo>
                    <a:pt x="415" y="12561"/>
                    <a:pt x="318" y="12659"/>
                    <a:pt x="220" y="12659"/>
                  </a:cubicBezTo>
                  <a:cubicBezTo>
                    <a:pt x="98" y="12659"/>
                    <a:pt x="1" y="12561"/>
                    <a:pt x="1" y="124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1345;p53">
              <a:extLst>
                <a:ext uri="{FF2B5EF4-FFF2-40B4-BE49-F238E27FC236}">
                  <a16:creationId xmlns:a16="http://schemas.microsoft.com/office/drawing/2014/main" id="{F247AE0F-2735-4981-6E2C-4395A1BA76AD}"/>
                </a:ext>
              </a:extLst>
            </p:cNvPr>
            <p:cNvSpPr/>
            <p:nvPr/>
          </p:nvSpPr>
          <p:spPr>
            <a:xfrm>
              <a:off x="6837320" y="1543569"/>
              <a:ext cx="218233" cy="1793722"/>
            </a:xfrm>
            <a:custGeom>
              <a:avLst/>
              <a:gdLst/>
              <a:ahLst/>
              <a:cxnLst/>
              <a:rect l="l" t="t" r="r" b="b"/>
              <a:pathLst>
                <a:path w="5074" h="41098" extrusionOk="0">
                  <a:moveTo>
                    <a:pt x="4073" y="40146"/>
                  </a:moveTo>
                  <a:cubicBezTo>
                    <a:pt x="4000" y="40244"/>
                    <a:pt x="3878" y="40293"/>
                    <a:pt x="3756" y="40293"/>
                  </a:cubicBezTo>
                  <a:lnTo>
                    <a:pt x="0" y="40293"/>
                  </a:lnTo>
                  <a:lnTo>
                    <a:pt x="0" y="41097"/>
                  </a:lnTo>
                  <a:lnTo>
                    <a:pt x="4610" y="41097"/>
                  </a:lnTo>
                  <a:cubicBezTo>
                    <a:pt x="4878" y="41097"/>
                    <a:pt x="5073" y="40902"/>
                    <a:pt x="5073" y="40634"/>
                  </a:cubicBezTo>
                  <a:lnTo>
                    <a:pt x="5073" y="464"/>
                  </a:lnTo>
                  <a:cubicBezTo>
                    <a:pt x="5073" y="342"/>
                    <a:pt x="5024" y="220"/>
                    <a:pt x="4951" y="123"/>
                  </a:cubicBezTo>
                  <a:cubicBezTo>
                    <a:pt x="4854" y="50"/>
                    <a:pt x="4732" y="1"/>
                    <a:pt x="4610" y="1"/>
                  </a:cubicBezTo>
                  <a:lnTo>
                    <a:pt x="4220" y="1"/>
                  </a:lnTo>
                  <a:lnTo>
                    <a:pt x="4220" y="39829"/>
                  </a:lnTo>
                  <a:cubicBezTo>
                    <a:pt x="4220" y="39951"/>
                    <a:pt x="4171" y="40073"/>
                    <a:pt x="4073" y="4014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 name="Google Shape;1346;p53">
            <a:extLst>
              <a:ext uri="{FF2B5EF4-FFF2-40B4-BE49-F238E27FC236}">
                <a16:creationId xmlns:a16="http://schemas.microsoft.com/office/drawing/2014/main" id="{249B1535-1475-0E66-50B4-0D9CA82149A6}"/>
              </a:ext>
            </a:extLst>
          </p:cNvPr>
          <p:cNvGrpSpPr/>
          <p:nvPr/>
        </p:nvGrpSpPr>
        <p:grpSpPr>
          <a:xfrm>
            <a:off x="10735534" y="8579999"/>
            <a:ext cx="1394886" cy="681020"/>
            <a:chOff x="4887449" y="3733884"/>
            <a:chExt cx="1394886" cy="681020"/>
          </a:xfrm>
        </p:grpSpPr>
        <p:sp>
          <p:nvSpPr>
            <p:cNvPr id="514" name="Google Shape;1347;p53">
              <a:extLst>
                <a:ext uri="{FF2B5EF4-FFF2-40B4-BE49-F238E27FC236}">
                  <a16:creationId xmlns:a16="http://schemas.microsoft.com/office/drawing/2014/main" id="{F69E11F4-3A47-00F1-E0A4-CA2A51CB6904}"/>
                </a:ext>
              </a:extLst>
            </p:cNvPr>
            <p:cNvSpPr/>
            <p:nvPr/>
          </p:nvSpPr>
          <p:spPr>
            <a:xfrm>
              <a:off x="4887449" y="3733884"/>
              <a:ext cx="1394886" cy="681020"/>
            </a:xfrm>
            <a:custGeom>
              <a:avLst/>
              <a:gdLst/>
              <a:ahLst/>
              <a:cxnLst/>
              <a:rect l="l" t="t" r="r" b="b"/>
              <a:pathLst>
                <a:path w="30025" h="14659" extrusionOk="0">
                  <a:moveTo>
                    <a:pt x="1781" y="1"/>
                  </a:moveTo>
                  <a:cubicBezTo>
                    <a:pt x="781" y="1"/>
                    <a:pt x="1" y="806"/>
                    <a:pt x="1" y="1781"/>
                  </a:cubicBezTo>
                  <a:lnTo>
                    <a:pt x="1" y="12878"/>
                  </a:lnTo>
                  <a:cubicBezTo>
                    <a:pt x="1" y="13878"/>
                    <a:pt x="781" y="14659"/>
                    <a:pt x="1781" y="14659"/>
                  </a:cubicBezTo>
                  <a:lnTo>
                    <a:pt x="28244" y="14659"/>
                  </a:lnTo>
                  <a:cubicBezTo>
                    <a:pt x="29244" y="14659"/>
                    <a:pt x="30025" y="13878"/>
                    <a:pt x="30025" y="12878"/>
                  </a:cubicBezTo>
                  <a:lnTo>
                    <a:pt x="30025" y="1781"/>
                  </a:lnTo>
                  <a:cubicBezTo>
                    <a:pt x="30025" y="806"/>
                    <a:pt x="29244" y="1"/>
                    <a:pt x="28244" y="1"/>
                  </a:cubicBezTo>
                  <a:close/>
                </a:path>
              </a:pathLst>
            </a:cu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1348;p53">
              <a:extLst>
                <a:ext uri="{FF2B5EF4-FFF2-40B4-BE49-F238E27FC236}">
                  <a16:creationId xmlns:a16="http://schemas.microsoft.com/office/drawing/2014/main" id="{28012FBF-DDA7-BD39-0CF2-01248381850B}"/>
                </a:ext>
              </a:extLst>
            </p:cNvPr>
            <p:cNvSpPr/>
            <p:nvPr/>
          </p:nvSpPr>
          <p:spPr>
            <a:xfrm>
              <a:off x="4953279" y="3826056"/>
              <a:ext cx="1273447" cy="510707"/>
            </a:xfrm>
            <a:custGeom>
              <a:avLst/>
              <a:gdLst/>
              <a:ahLst/>
              <a:cxnLst/>
              <a:rect l="l" t="t" r="r" b="b"/>
              <a:pathLst>
                <a:path w="27411" h="10993" extrusionOk="0">
                  <a:moveTo>
                    <a:pt x="1287" y="0"/>
                  </a:moveTo>
                  <a:cubicBezTo>
                    <a:pt x="397" y="0"/>
                    <a:pt x="0" y="1451"/>
                    <a:pt x="1072" y="1773"/>
                  </a:cubicBezTo>
                  <a:lnTo>
                    <a:pt x="11145" y="5504"/>
                  </a:lnTo>
                  <a:lnTo>
                    <a:pt x="1047" y="9260"/>
                  </a:lnTo>
                  <a:cubicBezTo>
                    <a:pt x="121" y="9602"/>
                    <a:pt x="364" y="10992"/>
                    <a:pt x="1364" y="10992"/>
                  </a:cubicBezTo>
                  <a:cubicBezTo>
                    <a:pt x="1462" y="10992"/>
                    <a:pt x="1560" y="10968"/>
                    <a:pt x="1657" y="10943"/>
                  </a:cubicBezTo>
                  <a:lnTo>
                    <a:pt x="13681" y="6456"/>
                  </a:lnTo>
                  <a:lnTo>
                    <a:pt x="25705" y="10943"/>
                  </a:lnTo>
                  <a:cubicBezTo>
                    <a:pt x="25803" y="10972"/>
                    <a:pt x="25897" y="10985"/>
                    <a:pt x="25985" y="10985"/>
                  </a:cubicBezTo>
                  <a:cubicBezTo>
                    <a:pt x="26872" y="10985"/>
                    <a:pt x="27268" y="9659"/>
                    <a:pt x="26315" y="9260"/>
                  </a:cubicBezTo>
                  <a:lnTo>
                    <a:pt x="26339" y="9260"/>
                  </a:lnTo>
                  <a:lnTo>
                    <a:pt x="16242" y="5504"/>
                  </a:lnTo>
                  <a:lnTo>
                    <a:pt x="26339" y="1773"/>
                  </a:lnTo>
                  <a:cubicBezTo>
                    <a:pt x="27411" y="1451"/>
                    <a:pt x="27014" y="0"/>
                    <a:pt x="26124" y="0"/>
                  </a:cubicBezTo>
                  <a:cubicBezTo>
                    <a:pt x="26001" y="0"/>
                    <a:pt x="25869" y="28"/>
                    <a:pt x="25730" y="90"/>
                  </a:cubicBezTo>
                  <a:lnTo>
                    <a:pt x="13706" y="4578"/>
                  </a:lnTo>
                  <a:lnTo>
                    <a:pt x="1681" y="90"/>
                  </a:lnTo>
                  <a:cubicBezTo>
                    <a:pt x="1542" y="28"/>
                    <a:pt x="1410" y="0"/>
                    <a:pt x="1287"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1349;p53">
            <a:extLst>
              <a:ext uri="{FF2B5EF4-FFF2-40B4-BE49-F238E27FC236}">
                <a16:creationId xmlns:a16="http://schemas.microsoft.com/office/drawing/2014/main" id="{3BA86D03-0152-8205-373E-17E7F9A2F9B8}"/>
              </a:ext>
            </a:extLst>
          </p:cNvPr>
          <p:cNvGrpSpPr/>
          <p:nvPr/>
        </p:nvGrpSpPr>
        <p:grpSpPr>
          <a:xfrm>
            <a:off x="4027897" y="7915370"/>
            <a:ext cx="493304" cy="493304"/>
            <a:chOff x="6221117" y="3926992"/>
            <a:chExt cx="493304" cy="493304"/>
          </a:xfrm>
        </p:grpSpPr>
        <p:sp>
          <p:nvSpPr>
            <p:cNvPr id="563" name="Google Shape;1350;p53">
              <a:extLst>
                <a:ext uri="{FF2B5EF4-FFF2-40B4-BE49-F238E27FC236}">
                  <a16:creationId xmlns:a16="http://schemas.microsoft.com/office/drawing/2014/main" id="{8FEF6553-0F7F-64AE-D443-609818E48A91}"/>
                </a:ext>
              </a:extLst>
            </p:cNvPr>
            <p:cNvSpPr/>
            <p:nvPr/>
          </p:nvSpPr>
          <p:spPr>
            <a:xfrm>
              <a:off x="6221117" y="3926992"/>
              <a:ext cx="493304" cy="493304"/>
            </a:xfrm>
            <a:custGeom>
              <a:avLst/>
              <a:gdLst/>
              <a:ahLst/>
              <a:cxnLst/>
              <a:rect l="l" t="t" r="r" b="b"/>
              <a:pathLst>
                <a:path w="14952" h="14952" extrusionOk="0">
                  <a:moveTo>
                    <a:pt x="1220" y="0"/>
                  </a:moveTo>
                  <a:cubicBezTo>
                    <a:pt x="562" y="0"/>
                    <a:pt x="1" y="561"/>
                    <a:pt x="1" y="1220"/>
                  </a:cubicBezTo>
                  <a:lnTo>
                    <a:pt x="1" y="13732"/>
                  </a:lnTo>
                  <a:cubicBezTo>
                    <a:pt x="1" y="14415"/>
                    <a:pt x="562" y="14951"/>
                    <a:pt x="1220" y="14951"/>
                  </a:cubicBezTo>
                  <a:lnTo>
                    <a:pt x="13732" y="14951"/>
                  </a:lnTo>
                  <a:cubicBezTo>
                    <a:pt x="14391" y="14951"/>
                    <a:pt x="14952" y="14415"/>
                    <a:pt x="14952" y="13732"/>
                  </a:cubicBezTo>
                  <a:lnTo>
                    <a:pt x="14952" y="1220"/>
                  </a:lnTo>
                  <a:cubicBezTo>
                    <a:pt x="14952" y="561"/>
                    <a:pt x="14391" y="0"/>
                    <a:pt x="13732" y="0"/>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1351;p53">
              <a:extLst>
                <a:ext uri="{FF2B5EF4-FFF2-40B4-BE49-F238E27FC236}">
                  <a16:creationId xmlns:a16="http://schemas.microsoft.com/office/drawing/2014/main" id="{255A0796-BD92-D6CE-D562-1F006074F8B7}"/>
                </a:ext>
              </a:extLst>
            </p:cNvPr>
            <p:cNvSpPr/>
            <p:nvPr/>
          </p:nvSpPr>
          <p:spPr>
            <a:xfrm>
              <a:off x="6307745" y="4013620"/>
              <a:ext cx="320046" cy="320046"/>
            </a:xfrm>
            <a:custGeom>
              <a:avLst/>
              <a:gdLst/>
              <a:ahLst/>
              <a:cxnLst/>
              <a:rect l="l" t="t" r="r" b="b"/>
              <a:pathLst>
                <a:path w="8513" h="8513" extrusionOk="0">
                  <a:moveTo>
                    <a:pt x="4268" y="3172"/>
                  </a:moveTo>
                  <a:cubicBezTo>
                    <a:pt x="5219" y="3172"/>
                    <a:pt x="5707" y="4342"/>
                    <a:pt x="5024" y="5025"/>
                  </a:cubicBezTo>
                  <a:cubicBezTo>
                    <a:pt x="4804" y="5246"/>
                    <a:pt x="4532" y="5344"/>
                    <a:pt x="4265" y="5344"/>
                  </a:cubicBezTo>
                  <a:cubicBezTo>
                    <a:pt x="3707" y="5344"/>
                    <a:pt x="3171" y="4913"/>
                    <a:pt x="3171" y="4269"/>
                  </a:cubicBezTo>
                  <a:cubicBezTo>
                    <a:pt x="3171" y="3659"/>
                    <a:pt x="3659" y="3172"/>
                    <a:pt x="4268" y="3172"/>
                  </a:cubicBezTo>
                  <a:close/>
                  <a:moveTo>
                    <a:pt x="4707" y="1"/>
                  </a:moveTo>
                  <a:lnTo>
                    <a:pt x="4634" y="757"/>
                  </a:lnTo>
                  <a:cubicBezTo>
                    <a:pt x="4512" y="757"/>
                    <a:pt x="4390" y="733"/>
                    <a:pt x="4268" y="733"/>
                  </a:cubicBezTo>
                  <a:cubicBezTo>
                    <a:pt x="4000" y="733"/>
                    <a:pt x="3756" y="781"/>
                    <a:pt x="3488" y="830"/>
                  </a:cubicBezTo>
                  <a:lnTo>
                    <a:pt x="3317" y="74"/>
                  </a:lnTo>
                  <a:cubicBezTo>
                    <a:pt x="2537" y="269"/>
                    <a:pt x="1805" y="659"/>
                    <a:pt x="1220" y="1245"/>
                  </a:cubicBezTo>
                  <a:lnTo>
                    <a:pt x="1781" y="1781"/>
                  </a:lnTo>
                  <a:cubicBezTo>
                    <a:pt x="1512" y="2074"/>
                    <a:pt x="1293" y="2367"/>
                    <a:pt x="1122" y="2732"/>
                  </a:cubicBezTo>
                  <a:lnTo>
                    <a:pt x="415" y="2391"/>
                  </a:lnTo>
                  <a:cubicBezTo>
                    <a:pt x="146" y="2976"/>
                    <a:pt x="0" y="3611"/>
                    <a:pt x="0" y="4245"/>
                  </a:cubicBezTo>
                  <a:cubicBezTo>
                    <a:pt x="0" y="4415"/>
                    <a:pt x="0" y="4586"/>
                    <a:pt x="24" y="4757"/>
                  </a:cubicBezTo>
                  <a:lnTo>
                    <a:pt x="781" y="4659"/>
                  </a:lnTo>
                  <a:cubicBezTo>
                    <a:pt x="829" y="5050"/>
                    <a:pt x="951" y="5415"/>
                    <a:pt x="1122" y="5757"/>
                  </a:cubicBezTo>
                  <a:lnTo>
                    <a:pt x="415" y="6098"/>
                  </a:lnTo>
                  <a:cubicBezTo>
                    <a:pt x="781" y="6830"/>
                    <a:pt x="1317" y="7440"/>
                    <a:pt x="2024" y="7879"/>
                  </a:cubicBezTo>
                  <a:lnTo>
                    <a:pt x="2439" y="7220"/>
                  </a:lnTo>
                  <a:cubicBezTo>
                    <a:pt x="2756" y="7415"/>
                    <a:pt x="3098" y="7562"/>
                    <a:pt x="3488" y="7659"/>
                  </a:cubicBezTo>
                  <a:lnTo>
                    <a:pt x="3317" y="8415"/>
                  </a:lnTo>
                  <a:cubicBezTo>
                    <a:pt x="3610" y="8464"/>
                    <a:pt x="3951" y="8513"/>
                    <a:pt x="4268" y="8513"/>
                  </a:cubicBezTo>
                  <a:cubicBezTo>
                    <a:pt x="4756" y="8513"/>
                    <a:pt x="5244" y="8415"/>
                    <a:pt x="5707" y="8269"/>
                  </a:cubicBezTo>
                  <a:lnTo>
                    <a:pt x="5439" y="7537"/>
                  </a:lnTo>
                  <a:cubicBezTo>
                    <a:pt x="5805" y="7415"/>
                    <a:pt x="6146" y="7220"/>
                    <a:pt x="6439" y="7001"/>
                  </a:cubicBezTo>
                  <a:lnTo>
                    <a:pt x="6927" y="7610"/>
                  </a:lnTo>
                  <a:cubicBezTo>
                    <a:pt x="7561" y="7098"/>
                    <a:pt x="8024" y="6415"/>
                    <a:pt x="8293" y="5635"/>
                  </a:cubicBezTo>
                  <a:lnTo>
                    <a:pt x="7585" y="5391"/>
                  </a:lnTo>
                  <a:cubicBezTo>
                    <a:pt x="7707" y="5025"/>
                    <a:pt x="7756" y="4659"/>
                    <a:pt x="7780" y="4269"/>
                  </a:cubicBezTo>
                  <a:lnTo>
                    <a:pt x="7976" y="4269"/>
                  </a:lnTo>
                  <a:lnTo>
                    <a:pt x="8512" y="4318"/>
                  </a:lnTo>
                  <a:lnTo>
                    <a:pt x="8512" y="4269"/>
                  </a:lnTo>
                  <a:cubicBezTo>
                    <a:pt x="8512" y="3440"/>
                    <a:pt x="8293" y="2635"/>
                    <a:pt x="7854" y="1952"/>
                  </a:cubicBezTo>
                  <a:lnTo>
                    <a:pt x="7219" y="2367"/>
                  </a:lnTo>
                  <a:cubicBezTo>
                    <a:pt x="7000" y="2050"/>
                    <a:pt x="6756" y="1757"/>
                    <a:pt x="6463" y="1537"/>
                  </a:cubicBezTo>
                  <a:lnTo>
                    <a:pt x="6927" y="928"/>
                  </a:lnTo>
                  <a:cubicBezTo>
                    <a:pt x="6293" y="391"/>
                    <a:pt x="5512" y="74"/>
                    <a:pt x="470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 name="Google Shape;1352;p53">
            <a:extLst>
              <a:ext uri="{FF2B5EF4-FFF2-40B4-BE49-F238E27FC236}">
                <a16:creationId xmlns:a16="http://schemas.microsoft.com/office/drawing/2014/main" id="{8850DDC6-53D4-DD3A-A39C-99F78391353D}"/>
              </a:ext>
            </a:extLst>
          </p:cNvPr>
          <p:cNvGrpSpPr/>
          <p:nvPr/>
        </p:nvGrpSpPr>
        <p:grpSpPr>
          <a:xfrm>
            <a:off x="-2506259" y="7467817"/>
            <a:ext cx="502903" cy="502903"/>
            <a:chOff x="5527763" y="4002275"/>
            <a:chExt cx="502903" cy="502903"/>
          </a:xfrm>
        </p:grpSpPr>
        <p:sp>
          <p:nvSpPr>
            <p:cNvPr id="566" name="Google Shape;1353;p53">
              <a:extLst>
                <a:ext uri="{FF2B5EF4-FFF2-40B4-BE49-F238E27FC236}">
                  <a16:creationId xmlns:a16="http://schemas.microsoft.com/office/drawing/2014/main" id="{216CDFE3-0C40-A7F8-0D24-128CA0A190A4}"/>
                </a:ext>
              </a:extLst>
            </p:cNvPr>
            <p:cNvSpPr/>
            <p:nvPr/>
          </p:nvSpPr>
          <p:spPr>
            <a:xfrm>
              <a:off x="5527763" y="4002275"/>
              <a:ext cx="502903" cy="502903"/>
            </a:xfrm>
            <a:custGeom>
              <a:avLst/>
              <a:gdLst/>
              <a:ahLst/>
              <a:cxnLst/>
              <a:rect l="l" t="t" r="r" b="b"/>
              <a:pathLst>
                <a:path w="14708" h="14708" extrusionOk="0">
                  <a:moveTo>
                    <a:pt x="2123" y="0"/>
                  </a:moveTo>
                  <a:cubicBezTo>
                    <a:pt x="952" y="0"/>
                    <a:pt x="1" y="951"/>
                    <a:pt x="1" y="2122"/>
                  </a:cubicBezTo>
                  <a:lnTo>
                    <a:pt x="1" y="12585"/>
                  </a:lnTo>
                  <a:cubicBezTo>
                    <a:pt x="1" y="13780"/>
                    <a:pt x="952" y="14707"/>
                    <a:pt x="2123" y="14707"/>
                  </a:cubicBezTo>
                  <a:lnTo>
                    <a:pt x="12586" y="14707"/>
                  </a:lnTo>
                  <a:cubicBezTo>
                    <a:pt x="13756" y="14707"/>
                    <a:pt x="14708" y="13780"/>
                    <a:pt x="14708" y="12585"/>
                  </a:cubicBezTo>
                  <a:lnTo>
                    <a:pt x="14708" y="2122"/>
                  </a:lnTo>
                  <a:cubicBezTo>
                    <a:pt x="14708" y="951"/>
                    <a:pt x="13756" y="0"/>
                    <a:pt x="12586"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1354;p53">
              <a:extLst>
                <a:ext uri="{FF2B5EF4-FFF2-40B4-BE49-F238E27FC236}">
                  <a16:creationId xmlns:a16="http://schemas.microsoft.com/office/drawing/2014/main" id="{30132F15-3893-4850-F234-9C54E1EBC74B}"/>
                </a:ext>
              </a:extLst>
            </p:cNvPr>
            <p:cNvSpPr/>
            <p:nvPr/>
          </p:nvSpPr>
          <p:spPr>
            <a:xfrm>
              <a:off x="5619196" y="4093708"/>
              <a:ext cx="320037" cy="320038"/>
            </a:xfrm>
            <a:custGeom>
              <a:avLst/>
              <a:gdLst/>
              <a:ahLst/>
              <a:cxnLst/>
              <a:rect l="l" t="t" r="r" b="b"/>
              <a:pathLst>
                <a:path w="4805" h="4610" extrusionOk="0">
                  <a:moveTo>
                    <a:pt x="3537" y="0"/>
                  </a:moveTo>
                  <a:lnTo>
                    <a:pt x="1707" y="2415"/>
                  </a:lnTo>
                  <a:lnTo>
                    <a:pt x="927" y="1878"/>
                  </a:lnTo>
                  <a:lnTo>
                    <a:pt x="0" y="3171"/>
                  </a:lnTo>
                  <a:lnTo>
                    <a:pt x="2049" y="4610"/>
                  </a:lnTo>
                  <a:lnTo>
                    <a:pt x="4805" y="976"/>
                  </a:lnTo>
                  <a:lnTo>
                    <a:pt x="3537" y="0"/>
                  </a:lnTo>
                  <a:close/>
                </a:path>
              </a:pathLst>
            </a:cu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6074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2725" y="1426150"/>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699250" y="1584200"/>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715100" y="274199"/>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947549" y="679350"/>
            <a:ext cx="1450845"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07</a:t>
            </a:r>
            <a:endParaRPr/>
          </a:p>
        </p:txBody>
      </p:sp>
      <p:sp>
        <p:nvSpPr>
          <p:cNvPr id="546" name="Google Shape;546;p32"/>
          <p:cNvSpPr txBox="1">
            <a:spLocks noGrp="1"/>
          </p:cNvSpPr>
          <p:nvPr>
            <p:ph type="title"/>
          </p:nvPr>
        </p:nvSpPr>
        <p:spPr>
          <a:xfrm>
            <a:off x="1812294" y="2266802"/>
            <a:ext cx="5702391" cy="9144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4800" b="1">
                <a:solidFill>
                  <a:schemeClr val="hlink"/>
                </a:solidFill>
                <a:uFill>
                  <a:noFill/>
                </a:uFill>
                <a:latin typeface="Oswald bold" pitchFamily="2" charset="0"/>
                <a:ea typeface="Karla"/>
                <a:cs typeface="Karla"/>
                <a:sym typeface="Karla"/>
              </a:rPr>
              <a:t>TỔNG KẾT</a:t>
            </a:r>
            <a:endParaRPr lang="en-US" sz="4800" b="1">
              <a:solidFill>
                <a:schemeClr val="dk1"/>
              </a:solidFill>
              <a:latin typeface="Oswald bold" pitchFamily="2" charset="0"/>
              <a:ea typeface="Karla"/>
              <a:cs typeface="Karla"/>
              <a:sym typeface="Karla"/>
            </a:endParaRPr>
          </a:p>
        </p:txBody>
      </p:sp>
      <p:grpSp>
        <p:nvGrpSpPr>
          <p:cNvPr id="547" name="Google Shape;547;p32"/>
          <p:cNvGrpSpPr/>
          <p:nvPr/>
        </p:nvGrpSpPr>
        <p:grpSpPr>
          <a:xfrm>
            <a:off x="1828840" y="3406196"/>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41150" y="3615127"/>
            <a:ext cx="5068266" cy="9933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sz="1100">
                <a:latin typeface="Inter Tight Light" pitchFamily="2" charset="0"/>
                <a:ea typeface="Inter Tight Light" pitchFamily="2" charset="0"/>
                <a:cs typeface="Inter Tight Light" pitchFamily="2" charset="0"/>
              </a:rPr>
              <a:t>Gồm ưu điểm, hạn chế và hướng phát triển</a:t>
            </a:r>
            <a:endParaRPr sz="1100">
              <a:latin typeface="Inter Tight Light" pitchFamily="2" charset="0"/>
              <a:ea typeface="Inter Tight Light" pitchFamily="2" charset="0"/>
              <a:cs typeface="Inter Tight Light" pitchFamily="2" charset="0"/>
            </a:endParaRP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3828458" y="172146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292603" y="1570639"/>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042489" y="14173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013;p46">
            <a:extLst>
              <a:ext uri="{FF2B5EF4-FFF2-40B4-BE49-F238E27FC236}">
                <a16:creationId xmlns:a16="http://schemas.microsoft.com/office/drawing/2014/main" id="{6823A238-F3B0-A0E1-7B4C-DFAF0B8DFB62}"/>
              </a:ext>
            </a:extLst>
          </p:cNvPr>
          <p:cNvSpPr txBox="1">
            <a:spLocks/>
          </p:cNvSpPr>
          <p:nvPr/>
        </p:nvSpPr>
        <p:spPr>
          <a:xfrm>
            <a:off x="-270481" y="5283512"/>
            <a:ext cx="5445858" cy="40118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139700" indent="0" algn="just">
              <a:lnSpc>
                <a:spcPct val="150000"/>
              </a:lnSpc>
              <a:spcAft>
                <a:spcPts val="600"/>
              </a:spcAft>
            </a:pPr>
            <a:r>
              <a:rPr lang="en-US" sz="500">
                <a:latin typeface="Oswald Light" pitchFamily="2" charset="0"/>
                <a:ea typeface="Times New Roman" panose="02020603050405020304" pitchFamily="18" charset="0"/>
              </a:rPr>
              <a:t>- </a:t>
            </a:r>
            <a:r>
              <a:rPr lang="en-US" sz="500" b="1">
                <a:latin typeface="Oswald Light" pitchFamily="2" charset="0"/>
                <a:ea typeface="Times New Roman" panose="02020603050405020304" pitchFamily="18" charset="0"/>
              </a:rPr>
              <a:t>Tích hợp tính năng phân tích dữ liệu: </a:t>
            </a:r>
            <a:r>
              <a:rPr lang="en-US" sz="500">
                <a:latin typeface="Oswald Light" pitchFamily="2" charset="0"/>
                <a:ea typeface="Times New Roman" panose="02020603050405020304" pitchFamily="18" charset="0"/>
              </a:rPr>
              <a:t>Sử dụng các công nghệ trí tuệ nhân tạo để phát hiện các xu hướng và mô hình về việc sử dụng điện thoại của người dùng. Các mô hình này có thể được sử dụng để đưa ra các dự đoán về việc sử dụng điện thoại và đề xuất các giải pháp quản lý phù hợp. Tích hợp các công cụ phân tích dữ liệu để phân tích các dữ liệu về việc sử dụng điện thoại của người dùng, bao gồm thời gian sử dụng, số lần bật/tắt điện thoại, các ứng dụng được sử dụng nhiều nhất, lượng dữ liệu được sử dụng và nhiều thông tin khác. Từ đó, người quản lý có thể đánh giá tình trạng sử dụng điện thoại của người dùng và đưa ra các phương án phù hợp.</a:t>
            </a:r>
            <a:endParaRPr lang="en-US" sz="500">
              <a:latin typeface="Oswald Light" pitchFamily="2" charset="0"/>
              <a:ea typeface="Calibri" panose="020F0502020204030204" pitchFamily="34" charset="0"/>
            </a:endParaRPr>
          </a:p>
          <a:p>
            <a:pPr marL="139700" indent="0" algn="just">
              <a:lnSpc>
                <a:spcPct val="150000"/>
              </a:lnSpc>
              <a:spcAft>
                <a:spcPts val="600"/>
              </a:spcAft>
            </a:pPr>
            <a:r>
              <a:rPr lang="en-US" sz="500">
                <a:latin typeface="Oswald Light" pitchFamily="2" charset="0"/>
                <a:ea typeface="Times New Roman" panose="02020603050405020304" pitchFamily="18" charset="0"/>
              </a:rPr>
              <a:t>- </a:t>
            </a:r>
            <a:r>
              <a:rPr lang="en-US" sz="500" b="1">
                <a:latin typeface="Oswald Light" pitchFamily="2" charset="0"/>
                <a:ea typeface="Times New Roman" panose="02020603050405020304" pitchFamily="18" charset="0"/>
              </a:rPr>
              <a:t>Phát triển ứng dụng di động: </a:t>
            </a:r>
            <a:r>
              <a:rPr lang="en-US" sz="500">
                <a:latin typeface="Oswald Light" pitchFamily="2" charset="0"/>
                <a:ea typeface="Times New Roman" panose="02020603050405020304" pitchFamily="18" charset="0"/>
              </a:rPr>
              <a:t>Phát triển các ứng dụng di động cho hệ thống quản lý, cho phép người dùng có thể sử dụng hệ thống trên thiết bị điện thoại thông minh cá nhân. Tích hợp tính năng nhận diện khuôn mặt hoặc vân tay để bảo vệ thông tin cá nhân của người dùng.</a:t>
            </a:r>
            <a:endParaRPr lang="en-US" sz="500">
              <a:latin typeface="Oswald Light" pitchFamily="2" charset="0"/>
              <a:ea typeface="Calibri" panose="020F0502020204030204" pitchFamily="34" charset="0"/>
            </a:endParaRPr>
          </a:p>
        </p:txBody>
      </p:sp>
    </p:spTree>
    <p:extLst>
      <p:ext uri="{BB962C8B-B14F-4D97-AF65-F5344CB8AC3E}">
        <p14:creationId xmlns:p14="http://schemas.microsoft.com/office/powerpoint/2010/main" val="316442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grpSp>
        <p:nvGrpSpPr>
          <p:cNvPr id="3" name="Google Shape;1014;p46">
            <a:extLst>
              <a:ext uri="{FF2B5EF4-FFF2-40B4-BE49-F238E27FC236}">
                <a16:creationId xmlns:a16="http://schemas.microsoft.com/office/drawing/2014/main" id="{D1B47001-6892-6E9F-ADC5-1E416F92B065}"/>
              </a:ext>
            </a:extLst>
          </p:cNvPr>
          <p:cNvGrpSpPr/>
          <p:nvPr/>
        </p:nvGrpSpPr>
        <p:grpSpPr>
          <a:xfrm>
            <a:off x="286643" y="252473"/>
            <a:ext cx="8647294" cy="4657168"/>
            <a:chOff x="4754850" y="887475"/>
            <a:chExt cx="3763401" cy="3670428"/>
          </a:xfrm>
        </p:grpSpPr>
        <p:sp>
          <p:nvSpPr>
            <p:cNvPr id="4" name="Google Shape;1015;p46">
              <a:extLst>
                <a:ext uri="{FF2B5EF4-FFF2-40B4-BE49-F238E27FC236}">
                  <a16:creationId xmlns:a16="http://schemas.microsoft.com/office/drawing/2014/main" id="{AE56B937-2BBE-A0A9-3B20-0FB8C2858C42}"/>
                </a:ext>
              </a:extLst>
            </p:cNvPr>
            <p:cNvSpPr/>
            <p:nvPr/>
          </p:nvSpPr>
          <p:spPr>
            <a:xfrm>
              <a:off x="4785360" y="978975"/>
              <a:ext cx="3732891" cy="3578928"/>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1016;p46">
              <a:extLst>
                <a:ext uri="{FF2B5EF4-FFF2-40B4-BE49-F238E27FC236}">
                  <a16:creationId xmlns:a16="http://schemas.microsoft.com/office/drawing/2014/main" id="{117CD994-7024-1395-A70C-6C995FA1807E}"/>
                </a:ext>
              </a:extLst>
            </p:cNvPr>
            <p:cNvGrpSpPr/>
            <p:nvPr/>
          </p:nvGrpSpPr>
          <p:grpSpPr>
            <a:xfrm>
              <a:off x="4754850" y="887475"/>
              <a:ext cx="3729768" cy="3616200"/>
              <a:chOff x="4754850" y="887475"/>
              <a:chExt cx="3729768" cy="3616200"/>
            </a:xfrm>
          </p:grpSpPr>
          <p:sp>
            <p:nvSpPr>
              <p:cNvPr id="8" name="Google Shape;1017;p46">
                <a:extLst>
                  <a:ext uri="{FF2B5EF4-FFF2-40B4-BE49-F238E27FC236}">
                    <a16:creationId xmlns:a16="http://schemas.microsoft.com/office/drawing/2014/main" id="{34CF7FF1-8493-E3C5-10D2-8D0CA623A1E3}"/>
                  </a:ext>
                </a:extLst>
              </p:cNvPr>
              <p:cNvSpPr/>
              <p:nvPr/>
            </p:nvSpPr>
            <p:spPr>
              <a:xfrm>
                <a:off x="4754850" y="887475"/>
                <a:ext cx="3729768" cy="3616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 name="Google Shape;1018;p46">
                <a:extLst>
                  <a:ext uri="{FF2B5EF4-FFF2-40B4-BE49-F238E27FC236}">
                    <a16:creationId xmlns:a16="http://schemas.microsoft.com/office/drawing/2014/main" id="{AF6CB4BD-2152-F098-E740-290FD324F3D2}"/>
                  </a:ext>
                </a:extLst>
              </p:cNvPr>
              <p:cNvCxnSpPr/>
              <p:nvPr/>
            </p:nvCxnSpPr>
            <p:spPr>
              <a:xfrm>
                <a:off x="4755154" y="1253333"/>
                <a:ext cx="3674100" cy="0"/>
              </a:xfrm>
              <a:prstGeom prst="straightConnector1">
                <a:avLst/>
              </a:prstGeom>
              <a:noFill/>
              <a:ln w="28575" cap="flat" cmpd="sng">
                <a:solidFill>
                  <a:schemeClr val="dk1"/>
                </a:solidFill>
                <a:prstDash val="solid"/>
                <a:round/>
                <a:headEnd type="none" w="med" len="med"/>
                <a:tailEnd type="none" w="med" len="med"/>
              </a:ln>
            </p:spPr>
          </p:cxnSp>
          <p:grpSp>
            <p:nvGrpSpPr>
              <p:cNvPr id="10" name="Google Shape;1019;p46">
                <a:extLst>
                  <a:ext uri="{FF2B5EF4-FFF2-40B4-BE49-F238E27FC236}">
                    <a16:creationId xmlns:a16="http://schemas.microsoft.com/office/drawing/2014/main" id="{F56B4B2C-D274-7582-E5FA-AEEE11B62066}"/>
                  </a:ext>
                </a:extLst>
              </p:cNvPr>
              <p:cNvGrpSpPr/>
              <p:nvPr/>
            </p:nvGrpSpPr>
            <p:grpSpPr>
              <a:xfrm>
                <a:off x="7492324" y="978977"/>
                <a:ext cx="845101" cy="183000"/>
                <a:chOff x="1605849" y="363963"/>
                <a:chExt cx="845101" cy="183000"/>
              </a:xfrm>
            </p:grpSpPr>
            <p:sp>
              <p:nvSpPr>
                <p:cNvPr id="11" name="Google Shape;1020;p46">
                  <a:extLst>
                    <a:ext uri="{FF2B5EF4-FFF2-40B4-BE49-F238E27FC236}">
                      <a16:creationId xmlns:a16="http://schemas.microsoft.com/office/drawing/2014/main" id="{9AF97815-2BA9-C57C-7E15-0231A39DE58C}"/>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021;p46">
                  <a:extLst>
                    <a:ext uri="{FF2B5EF4-FFF2-40B4-BE49-F238E27FC236}">
                      <a16:creationId xmlns:a16="http://schemas.microsoft.com/office/drawing/2014/main" id="{F9E88440-33DF-7F91-187B-B94CDF845863}"/>
                    </a:ext>
                  </a:extLst>
                </p:cNvPr>
                <p:cNvGrpSpPr/>
                <p:nvPr/>
              </p:nvGrpSpPr>
              <p:grpSpPr>
                <a:xfrm>
                  <a:off x="2267950" y="363963"/>
                  <a:ext cx="183000" cy="183000"/>
                  <a:chOff x="8225400" y="367488"/>
                  <a:chExt cx="183000" cy="183000"/>
                </a:xfrm>
              </p:grpSpPr>
              <p:cxnSp>
                <p:nvCxnSpPr>
                  <p:cNvPr id="14" name="Google Shape;1022;p46">
                    <a:extLst>
                      <a:ext uri="{FF2B5EF4-FFF2-40B4-BE49-F238E27FC236}">
                        <a16:creationId xmlns:a16="http://schemas.microsoft.com/office/drawing/2014/main" id="{98B2BFD2-3396-5C8C-1FB6-B16846ACF867}"/>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5" name="Google Shape;1023;p46">
                    <a:extLst>
                      <a:ext uri="{FF2B5EF4-FFF2-40B4-BE49-F238E27FC236}">
                        <a16:creationId xmlns:a16="http://schemas.microsoft.com/office/drawing/2014/main" id="{13DD90D9-C299-F298-7658-3DF427D30015}"/>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cxnSp>
              <p:nvCxnSpPr>
                <p:cNvPr id="13" name="Google Shape;1024;p46">
                  <a:extLst>
                    <a:ext uri="{FF2B5EF4-FFF2-40B4-BE49-F238E27FC236}">
                      <a16:creationId xmlns:a16="http://schemas.microsoft.com/office/drawing/2014/main" id="{44625D94-CB46-00B9-9EEF-48D0B9938620}"/>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grpSp>
      <p:sp>
        <p:nvSpPr>
          <p:cNvPr id="1012" name="Google Shape;1012;p46"/>
          <p:cNvSpPr txBox="1">
            <a:spLocks noGrp="1"/>
          </p:cNvSpPr>
          <p:nvPr>
            <p:ph type="title"/>
          </p:nvPr>
        </p:nvSpPr>
        <p:spPr>
          <a:xfrm>
            <a:off x="2586705" y="233859"/>
            <a:ext cx="2478818" cy="5219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400" b="1">
                <a:latin typeface="Oswald "/>
              </a:rPr>
              <a:t>Đánh giá kết quả</a:t>
            </a:r>
            <a:endParaRPr sz="2400" b="1">
              <a:latin typeface="Oswald "/>
            </a:endParaRPr>
          </a:p>
        </p:txBody>
      </p:sp>
      <p:sp>
        <p:nvSpPr>
          <p:cNvPr id="1013" name="Google Shape;1013;p46"/>
          <p:cNvSpPr txBox="1">
            <a:spLocks noGrp="1"/>
          </p:cNvSpPr>
          <p:nvPr>
            <p:ph type="subTitle" idx="1"/>
          </p:nvPr>
        </p:nvSpPr>
        <p:spPr>
          <a:xfrm>
            <a:off x="476368" y="755792"/>
            <a:ext cx="8526974" cy="4011825"/>
          </a:xfrm>
          <a:prstGeom prst="rect">
            <a:avLst/>
          </a:prstGeom>
        </p:spPr>
        <p:txBody>
          <a:bodyPr spcFirstLastPara="1" wrap="square" lIns="91425" tIns="91425" rIns="91425" bIns="91425" anchor="t" anchorCtr="0">
            <a:noAutofit/>
          </a:bodyPr>
          <a:lstStyle/>
          <a:p>
            <a:pPr marL="139700" indent="0" algn="just">
              <a:lnSpc>
                <a:spcPct val="150000"/>
              </a:lnSpc>
              <a:spcAft>
                <a:spcPts val="600"/>
              </a:spcAft>
            </a:pPr>
            <a:r>
              <a:rPr lang="vi-VN" sz="1600" b="1">
                <a:effectLst/>
                <a:latin typeface="Oswald Light" pitchFamily="2" charset="0"/>
                <a:ea typeface="Times New Roman" panose="02020603050405020304" pitchFamily="18" charset="0"/>
              </a:rPr>
              <a:t>Mức độ hoàn thành</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Ứng dụng Magic Anime đã hoàn thành các chức năng chính.Tích hợp AniList GraphQL API để lấy dữ liệu Anime.</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Hỗ trợ tìm kiếm, xem trailer, favorite, history bằng Firebase.</a:t>
            </a:r>
          </a:p>
          <a:p>
            <a:pPr marL="139700" indent="0" algn="just">
              <a:lnSpc>
                <a:spcPct val="150000"/>
              </a:lnSpc>
              <a:spcAft>
                <a:spcPts val="600"/>
              </a:spcAft>
            </a:pPr>
            <a:r>
              <a:rPr lang="vi-VN" sz="1600" b="1">
                <a:effectLst/>
                <a:latin typeface="Oswald Light" pitchFamily="2" charset="0"/>
                <a:ea typeface="Times New Roman" panose="02020603050405020304" pitchFamily="18" charset="0"/>
              </a:rPr>
              <a:t>Điểm mạnh</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Giao diện trực quan, dễ sử dụng.</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Dữ liệu Anime phong phú từ AniList API.</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Hỗ trợ trailer, tìm kiếm nhanh.</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Lưu favorite, history bằng Firebase.</a:t>
            </a:r>
          </a:p>
          <a:p>
            <a:pPr marL="139700" indent="0" algn="just">
              <a:lnSpc>
                <a:spcPct val="150000"/>
              </a:lnSpc>
              <a:spcAft>
                <a:spcPts val="600"/>
              </a:spcAft>
            </a:pPr>
            <a:r>
              <a:rPr lang="vi-VN" sz="1600">
                <a:effectLst/>
                <a:latin typeface="Oswald Light" pitchFamily="2" charset="0"/>
                <a:ea typeface="Times New Roman" panose="02020603050405020304" pitchFamily="18" charset="0"/>
              </a:rPr>
              <a:t>Có Dark Mode / Light Mode và lịch sử tìm kiếm.</a:t>
            </a:r>
          </a:p>
        </p:txBody>
      </p:sp>
      <p:sp>
        <p:nvSpPr>
          <p:cNvPr id="2" name="Google Shape;546;p32">
            <a:extLst>
              <a:ext uri="{FF2B5EF4-FFF2-40B4-BE49-F238E27FC236}">
                <a16:creationId xmlns:a16="http://schemas.microsoft.com/office/drawing/2014/main" id="{BBD3531F-639B-85CE-B65C-EFD867F85AA1}"/>
              </a:ext>
            </a:extLst>
          </p:cNvPr>
          <p:cNvSpPr txBox="1">
            <a:spLocks/>
          </p:cNvSpPr>
          <p:nvPr/>
        </p:nvSpPr>
        <p:spPr>
          <a:xfrm>
            <a:off x="433436" y="257811"/>
            <a:ext cx="5702391" cy="396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91440" lvl="0" algn="l" rtl="0">
              <a:lnSpc>
                <a:spcPct val="100000"/>
              </a:lnSpc>
              <a:spcBef>
                <a:spcPts val="0"/>
              </a:spcBef>
              <a:spcAft>
                <a:spcPts val="0"/>
              </a:spcAft>
              <a:buClr>
                <a:schemeClr val="dk1"/>
              </a:buClr>
              <a:buSzPts val="3500"/>
              <a:buFont typeface="Rubik Black"/>
              <a:buNone/>
              <a:defRPr sz="35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000" b="1">
                <a:solidFill>
                  <a:schemeClr val="hlink"/>
                </a:solidFill>
                <a:uFill>
                  <a:noFill/>
                </a:uFill>
                <a:latin typeface="Oswald bold" pitchFamily="2" charset="0"/>
                <a:ea typeface="Karla"/>
                <a:cs typeface="Karla"/>
                <a:sym typeface="Karla"/>
              </a:rPr>
              <a:t>TỔNG KẾT</a:t>
            </a:r>
            <a:endParaRPr lang="en-US" sz="2000" b="1">
              <a:latin typeface="Oswald bold" pitchFamily="2" charset="0"/>
              <a:ea typeface="Karla"/>
              <a:cs typeface="Karla"/>
              <a:sym typeface="Karla"/>
            </a:endParaRPr>
          </a:p>
        </p:txBody>
      </p:sp>
      <p:sp>
        <p:nvSpPr>
          <p:cNvPr id="7" name="Google Shape;1013;p46">
            <a:extLst>
              <a:ext uri="{FF2B5EF4-FFF2-40B4-BE49-F238E27FC236}">
                <a16:creationId xmlns:a16="http://schemas.microsoft.com/office/drawing/2014/main" id="{EF2E300E-3FF1-E345-4BAF-96886D3EAAD9}"/>
              </a:ext>
            </a:extLst>
          </p:cNvPr>
          <p:cNvSpPr txBox="1">
            <a:spLocks/>
          </p:cNvSpPr>
          <p:nvPr/>
        </p:nvSpPr>
        <p:spPr>
          <a:xfrm>
            <a:off x="329683" y="5433759"/>
            <a:ext cx="5445858" cy="31610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139700" indent="0" algn="just">
              <a:lnSpc>
                <a:spcPct val="150000"/>
              </a:lnSpc>
              <a:spcAft>
                <a:spcPts val="600"/>
              </a:spcAft>
            </a:pPr>
            <a:r>
              <a:rPr lang="vi-VN" sz="1000">
                <a:latin typeface="Oswald Light" pitchFamily="2" charset="0"/>
                <a:ea typeface="Times New Roman" panose="02020603050405020304" pitchFamily="18" charset="0"/>
              </a:rPr>
              <a:t>- </a:t>
            </a:r>
            <a:r>
              <a:rPr lang="vi-VN" sz="1000" b="1">
                <a:latin typeface="Oswald Light" pitchFamily="2" charset="0"/>
                <a:ea typeface="Times New Roman" panose="02020603050405020304" pitchFamily="18" charset="0"/>
              </a:rPr>
              <a:t>Tăng tính tương thích: </a:t>
            </a:r>
            <a:r>
              <a:rPr lang="vi-VN" sz="1000">
                <a:latin typeface="Oswald Light" pitchFamily="2" charset="0"/>
                <a:ea typeface="Times New Roman" panose="02020603050405020304" pitchFamily="18" charset="0"/>
              </a:rPr>
              <a:t>Phát triển hệ thống để tương thích với nhiều loại thiết bị điện thoại khác nhau và hệ điều hành, từ đó giúp cho việc quản lý và sử dụng điện thoại trở nên đa dạng và linh hoạt hơn. Tích hợp tính năng đồng bộ hóa dữ liệu giữa các thiết bị khác nhau, giúp người dùng dễ dàng chuyển đổi giữa các thiết bị và không mất đi các thông tin quan trọng.</a:t>
            </a:r>
          </a:p>
          <a:p>
            <a:pPr marL="139700" indent="0" algn="just">
              <a:lnSpc>
                <a:spcPct val="150000"/>
              </a:lnSpc>
              <a:spcAft>
                <a:spcPts val="600"/>
              </a:spcAft>
            </a:pPr>
            <a:r>
              <a:rPr lang="vi-VN" sz="1000">
                <a:latin typeface="Oswald Light" pitchFamily="2" charset="0"/>
                <a:ea typeface="Times New Roman" panose="02020603050405020304" pitchFamily="18" charset="0"/>
              </a:rPr>
              <a:t>- </a:t>
            </a:r>
            <a:r>
              <a:rPr lang="vi-VN" sz="1000" b="1">
                <a:latin typeface="Oswald Light" pitchFamily="2" charset="0"/>
                <a:ea typeface="Times New Roman" panose="02020603050405020304" pitchFamily="18" charset="0"/>
              </a:rPr>
              <a:t>Nâng cao tính năng bảo mật: </a:t>
            </a:r>
            <a:r>
              <a:rPr lang="vi-VN" sz="1000">
                <a:latin typeface="Oswald Light" pitchFamily="2" charset="0"/>
                <a:ea typeface="Times New Roman" panose="02020603050405020304" pitchFamily="18" charset="0"/>
              </a:rPr>
              <a:t>Tích hợp các tính năng bảo mật cao như xác thực người dùng, mã hóa dữ liệu, kiểm soát truy cập và phát hiện các phần mềm độc hại.</a:t>
            </a:r>
          </a:p>
        </p:txBody>
      </p:sp>
    </p:spTree>
    <p:extLst>
      <p:ext uri="{BB962C8B-B14F-4D97-AF65-F5344CB8AC3E}">
        <p14:creationId xmlns:p14="http://schemas.microsoft.com/office/powerpoint/2010/main" val="449168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46"/>
          <p:cNvSpPr txBox="1">
            <a:spLocks noGrp="1"/>
          </p:cNvSpPr>
          <p:nvPr>
            <p:ph type="title"/>
          </p:nvPr>
        </p:nvSpPr>
        <p:spPr>
          <a:xfrm>
            <a:off x="714325" y="731400"/>
            <a:ext cx="2478818" cy="5219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Oswald "/>
              </a:rPr>
              <a:t>Hướng phát triển</a:t>
            </a:r>
            <a:endParaRPr sz="2400" b="1">
              <a:latin typeface="Oswald "/>
            </a:endParaRPr>
          </a:p>
        </p:txBody>
      </p:sp>
      <p:sp>
        <p:nvSpPr>
          <p:cNvPr id="1013" name="Google Shape;1013;p46"/>
          <p:cNvSpPr txBox="1">
            <a:spLocks noGrp="1"/>
          </p:cNvSpPr>
          <p:nvPr>
            <p:ph type="subTitle" idx="1"/>
          </p:nvPr>
        </p:nvSpPr>
        <p:spPr>
          <a:xfrm>
            <a:off x="856275" y="-3276393"/>
            <a:ext cx="5445858" cy="3161043"/>
          </a:xfrm>
          <a:prstGeom prst="rect">
            <a:avLst/>
          </a:prstGeom>
        </p:spPr>
        <p:txBody>
          <a:bodyPr spcFirstLastPara="1" wrap="square" lIns="91425" tIns="91425" rIns="91425" bIns="91425" anchor="t" anchorCtr="0">
            <a:noAutofit/>
          </a:bodyPr>
          <a:lstStyle/>
          <a:p>
            <a:pPr marL="139700" indent="0" algn="just">
              <a:lnSpc>
                <a:spcPct val="150000"/>
              </a:lnSpc>
              <a:spcAft>
                <a:spcPts val="600"/>
              </a:spcAft>
            </a:pPr>
            <a:r>
              <a:rPr lang="en-US" sz="1200">
                <a:effectLst/>
                <a:latin typeface="Oswald Light" pitchFamily="2" charset="0"/>
                <a:ea typeface="Times New Roman" panose="02020603050405020304" pitchFamily="18" charset="0"/>
              </a:rPr>
              <a:t>- </a:t>
            </a:r>
            <a:r>
              <a:rPr lang="en-US" sz="1200" b="1">
                <a:effectLst/>
                <a:latin typeface="Oswald Light" pitchFamily="2" charset="0"/>
                <a:ea typeface="Times New Roman" panose="02020603050405020304" pitchFamily="18" charset="0"/>
              </a:rPr>
              <a:t>Tích hợp tính năng phân tích dữ liệu: </a:t>
            </a:r>
            <a:r>
              <a:rPr lang="en-US" sz="1200">
                <a:effectLst/>
                <a:latin typeface="Oswald Light" pitchFamily="2" charset="0"/>
                <a:ea typeface="Times New Roman" panose="02020603050405020304" pitchFamily="18" charset="0"/>
              </a:rPr>
              <a:t>Sử dụng các công nghệ trí tuệ nhân tạo để phát hiện các xu hướng và mô hình về việc sử dụng điện thoại của người dùng. Các mô hình này có thể được sử dụng để đưa ra các dự đoán về việc sử dụng điện thoại và đề xuất các giải pháp quản lý phù hợp. Tích hợp các công cụ phân tích dữ liệu để phân tích các dữ liệu về việc sử dụng điện thoại của người dùng, bao gồm thời gian sử dụng, số lần bật/tắt điện thoại, các ứng dụng được sử dụng nhiều nhất, lượng dữ liệu được sử dụng và nhiều thông tin khác. Từ đó, người quản lý có thể đánh giá tình trạng sử dụng điện thoại của người dùng và đưa ra các phương án phù hợp.</a:t>
            </a:r>
            <a:endParaRPr lang="en-US" sz="1200">
              <a:effectLst/>
              <a:latin typeface="Oswald Light" pitchFamily="2" charset="0"/>
              <a:ea typeface="Calibri" panose="020F0502020204030204" pitchFamily="34" charset="0"/>
            </a:endParaRPr>
          </a:p>
          <a:p>
            <a:pPr marL="139700" indent="0" algn="just">
              <a:lnSpc>
                <a:spcPct val="150000"/>
              </a:lnSpc>
              <a:spcAft>
                <a:spcPts val="600"/>
              </a:spcAft>
            </a:pPr>
            <a:r>
              <a:rPr lang="en-US" sz="1200">
                <a:effectLst/>
                <a:latin typeface="Oswald Light" pitchFamily="2" charset="0"/>
                <a:ea typeface="Times New Roman" panose="02020603050405020304" pitchFamily="18" charset="0"/>
              </a:rPr>
              <a:t>- </a:t>
            </a:r>
            <a:r>
              <a:rPr lang="en-US" sz="1200" b="1">
                <a:effectLst/>
                <a:latin typeface="Oswald Light" pitchFamily="2" charset="0"/>
                <a:ea typeface="Times New Roman" panose="02020603050405020304" pitchFamily="18" charset="0"/>
              </a:rPr>
              <a:t>Phát triển ứng dụng di động: </a:t>
            </a:r>
            <a:r>
              <a:rPr lang="en-US" sz="1200">
                <a:effectLst/>
                <a:latin typeface="Oswald Light" pitchFamily="2" charset="0"/>
                <a:ea typeface="Times New Roman" panose="02020603050405020304" pitchFamily="18" charset="0"/>
              </a:rPr>
              <a:t>Phát triển các ứng dụng di động cho hệ thống quản lý, cho phép người dùng có thể sử dụng hệ thống trên thiết bị điện thoại thông minh cá nhân. Tích hợp tính năng nhận diện khuôn mặt hoặc vân tay để bảo vệ thông tin cá nhân của người dùng.</a:t>
            </a:r>
            <a:endParaRPr lang="en-US" sz="1200">
              <a:effectLst/>
              <a:latin typeface="Oswald Light" pitchFamily="2" charset="0"/>
              <a:ea typeface="Calibri" panose="020F0502020204030204" pitchFamily="34" charset="0"/>
            </a:endParaRPr>
          </a:p>
        </p:txBody>
      </p:sp>
      <p:grpSp>
        <p:nvGrpSpPr>
          <p:cNvPr id="1014" name="Google Shape;1014;p46"/>
          <p:cNvGrpSpPr/>
          <p:nvPr/>
        </p:nvGrpSpPr>
        <p:grpSpPr>
          <a:xfrm>
            <a:off x="5950859" y="1108189"/>
            <a:ext cx="2567391" cy="3256761"/>
            <a:chOff x="4754850" y="887475"/>
            <a:chExt cx="3763400" cy="3725700"/>
          </a:xfrm>
        </p:grpSpPr>
        <p:sp>
          <p:nvSpPr>
            <p:cNvPr id="1015" name="Google Shape;1015;p46"/>
            <p:cNvSpPr/>
            <p:nvPr/>
          </p:nvSpPr>
          <p:spPr>
            <a:xfrm>
              <a:off x="4844450" y="978975"/>
              <a:ext cx="3673800" cy="3634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6" name="Google Shape;1016;p46"/>
            <p:cNvGrpSpPr/>
            <p:nvPr/>
          </p:nvGrpSpPr>
          <p:grpSpPr>
            <a:xfrm>
              <a:off x="4754850" y="887475"/>
              <a:ext cx="3674404" cy="3616200"/>
              <a:chOff x="4754850" y="887475"/>
              <a:chExt cx="3674404" cy="3616200"/>
            </a:xfrm>
          </p:grpSpPr>
          <p:sp>
            <p:nvSpPr>
              <p:cNvPr id="1017" name="Google Shape;1017;p46"/>
              <p:cNvSpPr/>
              <p:nvPr/>
            </p:nvSpPr>
            <p:spPr>
              <a:xfrm>
                <a:off x="4754850" y="887475"/>
                <a:ext cx="3673733" cy="3616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18" name="Google Shape;1018;p46"/>
              <p:cNvCxnSpPr/>
              <p:nvPr/>
            </p:nvCxnSpPr>
            <p:spPr>
              <a:xfrm>
                <a:off x="4755154" y="1253333"/>
                <a:ext cx="3674100" cy="0"/>
              </a:xfrm>
              <a:prstGeom prst="straightConnector1">
                <a:avLst/>
              </a:prstGeom>
              <a:noFill/>
              <a:ln w="28575" cap="flat" cmpd="sng">
                <a:solidFill>
                  <a:schemeClr val="dk1"/>
                </a:solidFill>
                <a:prstDash val="solid"/>
                <a:round/>
                <a:headEnd type="none" w="med" len="med"/>
                <a:tailEnd type="none" w="med" len="med"/>
              </a:ln>
            </p:spPr>
          </p:cxnSp>
          <p:grpSp>
            <p:nvGrpSpPr>
              <p:cNvPr id="1019" name="Google Shape;1019;p46"/>
              <p:cNvGrpSpPr/>
              <p:nvPr/>
            </p:nvGrpSpPr>
            <p:grpSpPr>
              <a:xfrm>
                <a:off x="7492324" y="978977"/>
                <a:ext cx="845101" cy="183000"/>
                <a:chOff x="1605849" y="363963"/>
                <a:chExt cx="845101" cy="183000"/>
              </a:xfrm>
            </p:grpSpPr>
            <p:sp>
              <p:nvSpPr>
                <p:cNvPr id="1020" name="Google Shape;1020;p46"/>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1" name="Google Shape;1021;p46"/>
                <p:cNvGrpSpPr/>
                <p:nvPr/>
              </p:nvGrpSpPr>
              <p:grpSpPr>
                <a:xfrm>
                  <a:off x="2267950" y="363963"/>
                  <a:ext cx="183000" cy="183000"/>
                  <a:chOff x="8225400" y="367488"/>
                  <a:chExt cx="183000" cy="183000"/>
                </a:xfrm>
              </p:grpSpPr>
              <p:cxnSp>
                <p:nvCxnSpPr>
                  <p:cNvPr id="1022" name="Google Shape;1022;p46"/>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023" name="Google Shape;1023;p46"/>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cxnSp>
              <p:nvCxnSpPr>
                <p:cNvPr id="1024" name="Google Shape;1024;p46"/>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grpSp>
      <p:sp>
        <p:nvSpPr>
          <p:cNvPr id="2" name="Google Shape;546;p32">
            <a:extLst>
              <a:ext uri="{FF2B5EF4-FFF2-40B4-BE49-F238E27FC236}">
                <a16:creationId xmlns:a16="http://schemas.microsoft.com/office/drawing/2014/main" id="{BBD3531F-639B-85CE-B65C-EFD867F85AA1}"/>
              </a:ext>
            </a:extLst>
          </p:cNvPr>
          <p:cNvSpPr txBox="1">
            <a:spLocks/>
          </p:cNvSpPr>
          <p:nvPr/>
        </p:nvSpPr>
        <p:spPr>
          <a:xfrm>
            <a:off x="433436" y="220740"/>
            <a:ext cx="5702391" cy="396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91440" lvl="0" algn="l" rtl="0">
              <a:lnSpc>
                <a:spcPct val="100000"/>
              </a:lnSpc>
              <a:spcBef>
                <a:spcPts val="0"/>
              </a:spcBef>
              <a:spcAft>
                <a:spcPts val="0"/>
              </a:spcAft>
              <a:buClr>
                <a:schemeClr val="dk1"/>
              </a:buClr>
              <a:buSzPts val="3500"/>
              <a:buFont typeface="Rubik Black"/>
              <a:buNone/>
              <a:defRPr sz="3500" b="0" i="0" u="none" strike="noStrike" cap="none">
                <a:solidFill>
                  <a:schemeClr val="dk1"/>
                </a:solidFill>
                <a:latin typeface="Rubik Black"/>
                <a:ea typeface="Rubik Black"/>
                <a:cs typeface="Rubik Black"/>
                <a:sym typeface="Rubik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000" b="1">
                <a:solidFill>
                  <a:schemeClr val="hlink"/>
                </a:solidFill>
                <a:uFill>
                  <a:noFill/>
                </a:uFill>
                <a:latin typeface="Oswald bold" pitchFamily="2" charset="0"/>
                <a:ea typeface="Karla"/>
                <a:cs typeface="Karla"/>
                <a:sym typeface="Karla"/>
              </a:rPr>
              <a:t>TỔNG KẾT</a:t>
            </a:r>
            <a:endParaRPr lang="en-US" sz="2000" b="1">
              <a:latin typeface="Oswald bold" pitchFamily="2" charset="0"/>
              <a:ea typeface="Karla"/>
              <a:cs typeface="Karla"/>
              <a:sym typeface="Karla"/>
            </a:endParaRPr>
          </a:p>
        </p:txBody>
      </p:sp>
      <p:sp>
        <p:nvSpPr>
          <p:cNvPr id="3" name="Google Shape;1013;p46">
            <a:extLst>
              <a:ext uri="{FF2B5EF4-FFF2-40B4-BE49-F238E27FC236}">
                <a16:creationId xmlns:a16="http://schemas.microsoft.com/office/drawing/2014/main" id="{FF8F2B39-71F0-F92B-0B16-BEB62F827E92}"/>
              </a:ext>
            </a:extLst>
          </p:cNvPr>
          <p:cNvSpPr txBox="1">
            <a:spLocks/>
          </p:cNvSpPr>
          <p:nvPr/>
        </p:nvSpPr>
        <p:spPr>
          <a:xfrm>
            <a:off x="470213" y="1108189"/>
            <a:ext cx="5445858" cy="35138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139700" indent="0" algn="just">
              <a:lnSpc>
                <a:spcPct val="150000"/>
              </a:lnSpc>
              <a:spcAft>
                <a:spcPts val="600"/>
              </a:spcAft>
            </a:pPr>
            <a:r>
              <a:rPr lang="vi-VN" sz="1600" b="1">
                <a:latin typeface="Oswald Light" pitchFamily="2" charset="0"/>
                <a:ea typeface="Times New Roman" panose="02020603050405020304" pitchFamily="18" charset="0"/>
              </a:rPr>
              <a:t>Hạn chế</a:t>
            </a:r>
          </a:p>
          <a:p>
            <a:pPr marL="139700" indent="0" algn="just">
              <a:lnSpc>
                <a:spcPct val="150000"/>
              </a:lnSpc>
              <a:spcAft>
                <a:spcPts val="600"/>
              </a:spcAft>
            </a:pPr>
            <a:r>
              <a:rPr lang="vi-VN" sz="1600">
                <a:latin typeface="Oswald Light" pitchFamily="2" charset="0"/>
                <a:ea typeface="Times New Roman" panose="02020603050405020304" pitchFamily="18" charset="0"/>
              </a:rPr>
              <a:t>Chưa có hệ thống gợi ý Anime theo sở thích người dùng.</a:t>
            </a:r>
          </a:p>
          <a:p>
            <a:pPr marL="139700" indent="0" algn="just">
              <a:lnSpc>
                <a:spcPct val="150000"/>
              </a:lnSpc>
              <a:spcAft>
                <a:spcPts val="600"/>
              </a:spcAft>
            </a:pPr>
            <a:r>
              <a:rPr lang="vi-VN" sz="1600">
                <a:latin typeface="Oswald Light" pitchFamily="2" charset="0"/>
                <a:ea typeface="Times New Roman" panose="02020603050405020304" pitchFamily="18" charset="0"/>
              </a:rPr>
              <a:t>Chưa có đánh giá và bình luận Anime.</a:t>
            </a:r>
          </a:p>
          <a:p>
            <a:pPr marL="139700" indent="0" algn="just">
              <a:lnSpc>
                <a:spcPct val="150000"/>
              </a:lnSpc>
              <a:spcAft>
                <a:spcPts val="600"/>
              </a:spcAft>
            </a:pPr>
            <a:r>
              <a:rPr lang="vi-VN" sz="1600">
                <a:latin typeface="Oswald Light" pitchFamily="2" charset="0"/>
                <a:ea typeface="Times New Roman" panose="02020603050405020304" pitchFamily="18" charset="0"/>
              </a:rPr>
              <a:t>Dữ liệu phụ thuộc AniList API nên đôi khi thiếu trailer.</a:t>
            </a:r>
          </a:p>
          <a:p>
            <a:pPr marL="139700" indent="0" algn="just">
              <a:lnSpc>
                <a:spcPct val="150000"/>
              </a:lnSpc>
              <a:spcAft>
                <a:spcPts val="600"/>
              </a:spcAft>
            </a:pPr>
            <a:r>
              <a:rPr lang="vi-VN" sz="1600">
                <a:latin typeface="Oswald Light" pitchFamily="2" charset="0"/>
                <a:ea typeface="Times New Roman" panose="02020603050405020304" pitchFamily="18" charset="0"/>
              </a:rPr>
              <a:t>Ứng dụng cần kết nối Internet để hoạt động.</a:t>
            </a:r>
          </a:p>
          <a:p>
            <a:pPr marL="139700" indent="0" algn="just">
              <a:lnSpc>
                <a:spcPct val="150000"/>
              </a:lnSpc>
              <a:spcAft>
                <a:spcPts val="600"/>
              </a:spcAft>
            </a:pPr>
            <a:r>
              <a:rPr lang="vi-VN" sz="1600" b="1">
                <a:latin typeface="Oswald Light" pitchFamily="2" charset="0"/>
                <a:ea typeface="Times New Roman" panose="02020603050405020304" pitchFamily="18" charset="0"/>
              </a:rPr>
              <a:t>Hướng phát triển</a:t>
            </a:r>
          </a:p>
          <a:p>
            <a:pPr marL="139700" indent="0" algn="just">
              <a:lnSpc>
                <a:spcPct val="150000"/>
              </a:lnSpc>
              <a:spcAft>
                <a:spcPts val="600"/>
              </a:spcAft>
            </a:pPr>
            <a:r>
              <a:rPr lang="vi-VN" sz="1600">
                <a:latin typeface="Oswald Light" pitchFamily="2" charset="0"/>
                <a:ea typeface="Times New Roman" panose="02020603050405020304" pitchFamily="18" charset="0"/>
              </a:rPr>
              <a:t>Xây dựng hệ thống gợi ý Anime dựa trên lịch sử xem.</a:t>
            </a:r>
          </a:p>
          <a:p>
            <a:pPr marL="139700" indent="0" algn="just">
              <a:lnSpc>
                <a:spcPct val="150000"/>
              </a:lnSpc>
              <a:spcAft>
                <a:spcPts val="600"/>
              </a:spcAft>
            </a:pPr>
            <a:r>
              <a:rPr lang="vi-VN" sz="1600">
                <a:latin typeface="Oswald Light" pitchFamily="2" charset="0"/>
                <a:ea typeface="Times New Roman" panose="02020603050405020304" pitchFamily="18" charset="0"/>
              </a:rPr>
              <a:t>Bổ sung chức năng đánh giá và bình luận Anime.</a:t>
            </a:r>
          </a:p>
        </p:txBody>
      </p:sp>
      <p:pic>
        <p:nvPicPr>
          <p:cNvPr id="3076" name="Picture 4">
            <a:extLst>
              <a:ext uri="{FF2B5EF4-FFF2-40B4-BE49-F238E27FC236}">
                <a16:creationId xmlns:a16="http://schemas.microsoft.com/office/drawing/2014/main" id="{291CAD85-E8FD-4DC7-310C-7630E38B462B}"/>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2740"/>
          <a:stretch/>
        </p:blipFill>
        <p:spPr bwMode="auto">
          <a:xfrm>
            <a:off x="5964915" y="1442511"/>
            <a:ext cx="2479285" cy="284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782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pic>
        <p:nvPicPr>
          <p:cNvPr id="4098" name="Picture 2" descr="Miễn phí Ảnh lưu trữ miễn phí về bàn, bọn trẻ, con trai Ảnh lưu trữ">
            <a:extLst>
              <a:ext uri="{FF2B5EF4-FFF2-40B4-BE49-F238E27FC236}">
                <a16:creationId xmlns:a16="http://schemas.microsoft.com/office/drawing/2014/main" id="{35E725AF-67D1-C560-34B9-2E4793EC8CEF}"/>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0" y="-449944"/>
            <a:ext cx="9179982" cy="6125029"/>
          </a:xfrm>
          <a:prstGeom prst="rect">
            <a:avLst/>
          </a:prstGeom>
          <a:noFill/>
          <a:extLst>
            <a:ext uri="{909E8E84-426E-40DD-AFC4-6F175D3DCCD1}">
              <a14:hiddenFill xmlns:a14="http://schemas.microsoft.com/office/drawing/2010/main">
                <a:solidFill>
                  <a:srgbClr val="FFFFFF"/>
                </a:solidFill>
              </a14:hiddenFill>
            </a:ext>
          </a:extLst>
        </p:spPr>
      </p:pic>
      <p:sp>
        <p:nvSpPr>
          <p:cNvPr id="889" name="Google Shape;889;p42"/>
          <p:cNvSpPr txBox="1">
            <a:spLocks noGrp="1"/>
          </p:cNvSpPr>
          <p:nvPr>
            <p:ph type="title"/>
          </p:nvPr>
        </p:nvSpPr>
        <p:spPr>
          <a:xfrm>
            <a:off x="715100" y="3968300"/>
            <a:ext cx="77139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 you</a:t>
            </a:r>
            <a:endParaRPr/>
          </a:p>
        </p:txBody>
      </p:sp>
      <p:sp>
        <p:nvSpPr>
          <p:cNvPr id="890" name="Google Shape;890;p42"/>
          <p:cNvSpPr/>
          <p:nvPr/>
        </p:nvSpPr>
        <p:spPr>
          <a:xfrm rot="-2700000">
            <a:off x="8238378" y="4416642"/>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0937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oft Colors UI Design for Agencies by Slidesgo">
  <a:themeElements>
    <a:clrScheme name="Simple Light">
      <a:dk1>
        <a:srgbClr val="000000"/>
      </a:dk1>
      <a:lt1>
        <a:srgbClr val="FCF6E8"/>
      </a:lt1>
      <a:dk2>
        <a:srgbClr val="DBCFC3"/>
      </a:dk2>
      <a:lt2>
        <a:srgbClr val="EFC4B9"/>
      </a:lt2>
      <a:accent1>
        <a:srgbClr val="FDBC96"/>
      </a:accent1>
      <a:accent2>
        <a:srgbClr val="DAC2CF"/>
      </a:accent2>
      <a:accent3>
        <a:srgbClr val="D3E3D6"/>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1034</TotalTime>
  <Words>3771</Words>
  <Application>Microsoft Office PowerPoint</Application>
  <PresentationFormat>On-screen Show (16:9)</PresentationFormat>
  <Paragraphs>266</Paragraphs>
  <Slides>33</Slides>
  <Notes>33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Karla</vt:lpstr>
      <vt:lpstr>Oswald </vt:lpstr>
      <vt:lpstr>Inter Tight Light</vt:lpstr>
      <vt:lpstr>Bebas Neue</vt:lpstr>
      <vt:lpstr>Oswald bold</vt:lpstr>
      <vt:lpstr>Oswald Light</vt:lpstr>
      <vt:lpstr>Times New Roman</vt:lpstr>
      <vt:lpstr>Rubik Black</vt:lpstr>
      <vt:lpstr>Oswald</vt:lpstr>
      <vt:lpstr>Arial</vt:lpstr>
      <vt:lpstr>Calibri</vt:lpstr>
      <vt:lpstr>Soft Colors UI Design for Agencies by Slidesgo</vt:lpstr>
      <vt:lpstr>XÂY DỰNG ỨNG DỤNG MAGIC ANIME </vt:lpstr>
      <vt:lpstr>Nội dung của bài báo cáo</vt:lpstr>
      <vt:lpstr>Bảng phân công công việc</vt:lpstr>
      <vt:lpstr>01</vt:lpstr>
      <vt:lpstr>1.1</vt:lpstr>
      <vt:lpstr>GIỚI THIỆU ĐỀ TÀI</vt:lpstr>
      <vt:lpstr>GIỚI THIỆU ĐỀ TÀI</vt:lpstr>
      <vt:lpstr>GIỚI THIỆU ĐỀ TÀI</vt:lpstr>
      <vt:lpstr>02</vt:lpstr>
      <vt:lpstr>2.1</vt:lpstr>
      <vt:lpstr>PHÂN TÍCH BÀI TOÁN</vt:lpstr>
      <vt:lpstr>PHÂN TÍCH BÀI TOÁN</vt:lpstr>
      <vt:lpstr>PHÂN TÍCH BÀI TOÁN</vt:lpstr>
      <vt:lpstr>PHÂN TÍCH BÀI TOÁN</vt:lpstr>
      <vt:lpstr>PHÂN TÍCH BÀI TOÁN</vt:lpstr>
      <vt:lpstr>PHÂN TÍCH BÀI TOÁN</vt:lpstr>
      <vt:lpstr>03</vt:lpstr>
      <vt:lpstr>THIẾT KẾ HỆ THỐNG</vt:lpstr>
      <vt:lpstr>04</vt:lpstr>
      <vt:lpstr>SƠ ĐỒ CLASS DIAGRAM</vt:lpstr>
      <vt:lpstr>SƠ ĐỒ ACTIVITY DIAGRAM</vt:lpstr>
      <vt:lpstr>SƠ ĐỒ SEQUENCE  DIAGRAM</vt:lpstr>
      <vt:lpstr>SƠ ĐỒ USE CASE  DIAGRAM</vt:lpstr>
      <vt:lpstr>05</vt:lpstr>
      <vt:lpstr>CÀI ĐẶT CHƯƠNG TRÌNH</vt:lpstr>
      <vt:lpstr>CÀI ĐẶT CHƯƠNG TRÌNH</vt:lpstr>
      <vt:lpstr>CÀI ĐẶT CHƯƠNG TRÌNH</vt:lpstr>
      <vt:lpstr>CÀI ĐẶT CHƯƠNG TRÌNH</vt:lpstr>
      <vt:lpstr>06</vt:lpstr>
      <vt:lpstr>07</vt:lpstr>
      <vt:lpstr>Đánh giá kết quả</vt:lpstr>
      <vt:lpstr>Hướng phát triển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CỬA HÀNG ĐIỆN THOẠI THEO MÃ IMEI</dc:title>
  <dc:creator>Hayase Yuuka</dc:creator>
  <cp:lastModifiedBy>Yuuka Hayase</cp:lastModifiedBy>
  <cp:revision>66</cp:revision>
  <dcterms:modified xsi:type="dcterms:W3CDTF">2026-03-11T18:40:18Z</dcterms:modified>
</cp:coreProperties>
</file>